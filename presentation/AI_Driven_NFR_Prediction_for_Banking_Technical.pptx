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79" r:id="rId2"/>
    <p:sldId id="280" r:id="rId3"/>
    <p:sldId id="271" r:id="rId4"/>
    <p:sldId id="282" r:id="rId5"/>
    <p:sldId id="283" r:id="rId6"/>
    <p:sldId id="265" r:id="rId7"/>
    <p:sldId id="268" r:id="rId8"/>
    <p:sldId id="267" r:id="rId9"/>
    <p:sldId id="270" r:id="rId10"/>
    <p:sldId id="276" r:id="rId11"/>
    <p:sldId id="28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35274-3E1C-8647-992C-4AAD3388A4C8}" v="265" dt="2025-12-29T12:01:08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96"/>
  </p:normalViewPr>
  <p:slideViewPr>
    <p:cSldViewPr snapToGrid="0">
      <p:cViewPr varScale="1">
        <p:scale>
          <a:sx n="86" d="100"/>
          <a:sy n="86" d="100"/>
        </p:scale>
        <p:origin x="11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ia Tirante" userId="0ae0bb53663ec93f" providerId="LiveId" clId="{2C13E364-AD2A-5BFE-9846-C9CD05C5822E}"/>
    <pc:docChg chg="undo custSel addSld delSld modSld sldOrd">
      <pc:chgData name="Jeia Tirante" userId="0ae0bb53663ec93f" providerId="LiveId" clId="{2C13E364-AD2A-5BFE-9846-C9CD05C5822E}" dt="2025-12-29T12:02:45.822" v="4714" actId="1037"/>
      <pc:docMkLst>
        <pc:docMk/>
      </pc:docMkLst>
      <pc:sldChg chg="addSp delSp modSp del mod setBg delDesignElem">
        <pc:chgData name="Jeia Tirante" userId="0ae0bb53663ec93f" providerId="LiveId" clId="{2C13E364-AD2A-5BFE-9846-C9CD05C5822E}" dt="2025-12-29T11:15:01.394" v="3969" actId="2696"/>
        <pc:sldMkLst>
          <pc:docMk/>
          <pc:sldMk cId="3324186272" sldId="256"/>
        </pc:sldMkLst>
        <pc:spChg chg="mod">
          <ac:chgData name="Jeia Tirante" userId="0ae0bb53663ec93f" providerId="LiveId" clId="{2C13E364-AD2A-5BFE-9846-C9CD05C5822E}" dt="2025-12-29T11:14:37.729" v="3962" actId="21"/>
          <ac:spMkLst>
            <pc:docMk/>
            <pc:sldMk cId="3324186272" sldId="256"/>
            <ac:spMk id="2" creationId="{C7AF48EB-8D97-A1FC-0C4C-66B83E50619F}"/>
          </ac:spMkLst>
        </pc:spChg>
        <pc:spChg chg="mod">
          <ac:chgData name="Jeia Tirante" userId="0ae0bb53663ec93f" providerId="LiveId" clId="{2C13E364-AD2A-5BFE-9846-C9CD05C5822E}" dt="2025-12-29T11:06:42.161" v="3891" actId="26606"/>
          <ac:spMkLst>
            <pc:docMk/>
            <pc:sldMk cId="3324186272" sldId="256"/>
            <ac:spMk id="3" creationId="{3A21C17E-DC86-C0C0-6943-39EA39CB3E6A}"/>
          </ac:spMkLst>
        </pc:spChg>
        <pc:spChg chg="add">
          <ac:chgData name="Jeia Tirante" userId="0ae0bb53663ec93f" providerId="LiveId" clId="{2C13E364-AD2A-5BFE-9846-C9CD05C5822E}" dt="2025-12-29T11:07:19.822" v="3896" actId="26606"/>
          <ac:spMkLst>
            <pc:docMk/>
            <pc:sldMk cId="3324186272" sldId="256"/>
            <ac:spMk id="7" creationId="{657F69E0-C4B0-4BEC-A689-4F8D877F05D4}"/>
          </ac:spMkLst>
        </pc:spChg>
        <pc:spChg chg="add">
          <ac:chgData name="Jeia Tirante" userId="0ae0bb53663ec93f" providerId="LiveId" clId="{2C13E364-AD2A-5BFE-9846-C9CD05C5822E}" dt="2025-12-29T11:07:19.822" v="3896" actId="26606"/>
          <ac:spMkLst>
            <pc:docMk/>
            <pc:sldMk cId="3324186272" sldId="256"/>
            <ac:spMk id="8" creationId="{9F6380B4-6A1C-481E-8408-B4E6C75B9B81}"/>
          </ac:spMkLst>
        </pc:spChg>
        <pc:spChg chg="add del">
          <ac:chgData name="Jeia Tirante" userId="0ae0bb53663ec93f" providerId="LiveId" clId="{2C13E364-AD2A-5BFE-9846-C9CD05C5822E}" dt="2025-12-29T11:07:05.253" v="3893"/>
          <ac:spMkLst>
            <pc:docMk/>
            <pc:sldMk cId="3324186272" sldId="256"/>
            <ac:spMk id="10" creationId="{657F69E0-C4B0-4BEC-A689-4F8D877F05D4}"/>
          </ac:spMkLst>
        </pc:spChg>
        <pc:spChg chg="add del">
          <ac:chgData name="Jeia Tirante" userId="0ae0bb53663ec93f" providerId="LiveId" clId="{2C13E364-AD2A-5BFE-9846-C9CD05C5822E}" dt="2025-12-29T11:07:05.253" v="3893"/>
          <ac:spMkLst>
            <pc:docMk/>
            <pc:sldMk cId="3324186272" sldId="256"/>
            <ac:spMk id="12" creationId="{9F6380B4-6A1C-481E-8408-B4E6C75B9B81}"/>
          </ac:spMkLst>
        </pc:spChg>
        <pc:picChg chg="add mod">
          <ac:chgData name="Jeia Tirante" userId="0ae0bb53663ec93f" providerId="LiveId" clId="{2C13E364-AD2A-5BFE-9846-C9CD05C5822E}" dt="2025-12-29T11:06:42.161" v="3891" actId="26606"/>
          <ac:picMkLst>
            <pc:docMk/>
            <pc:sldMk cId="3324186272" sldId="256"/>
            <ac:picMk id="5" creationId="{62DB238A-83F7-CBC9-A164-891CB04670EE}"/>
          </ac:picMkLst>
        </pc:picChg>
      </pc:sldChg>
      <pc:sldChg chg="new del">
        <pc:chgData name="Jeia Tirante" userId="0ae0bb53663ec93f" providerId="LiveId" clId="{2C13E364-AD2A-5BFE-9846-C9CD05C5822E}" dt="2025-12-29T08:07:03.904" v="6" actId="2696"/>
        <pc:sldMkLst>
          <pc:docMk/>
          <pc:sldMk cId="3152006408" sldId="257"/>
        </pc:sldMkLst>
      </pc:sldChg>
      <pc:sldChg chg="modSp new del mod">
        <pc:chgData name="Jeia Tirante" userId="0ae0bb53663ec93f" providerId="LiveId" clId="{2C13E364-AD2A-5BFE-9846-C9CD05C5822E}" dt="2025-12-29T11:20:32.240" v="4132" actId="2696"/>
        <pc:sldMkLst>
          <pc:docMk/>
          <pc:sldMk cId="1462393860" sldId="258"/>
        </pc:sldMkLst>
        <pc:spChg chg="mod">
          <ac:chgData name="Jeia Tirante" userId="0ae0bb53663ec93f" providerId="LiveId" clId="{2C13E364-AD2A-5BFE-9846-C9CD05C5822E}" dt="2025-12-29T11:07:14.477" v="3895"/>
          <ac:spMkLst>
            <pc:docMk/>
            <pc:sldMk cId="1462393860" sldId="258"/>
            <ac:spMk id="2" creationId="{E5C735A9-6D4C-FD64-0D6A-553CD9B2D8F0}"/>
          </ac:spMkLst>
        </pc:spChg>
        <pc:spChg chg="mod">
          <ac:chgData name="Jeia Tirante" userId="0ae0bb53663ec93f" providerId="LiveId" clId="{2C13E364-AD2A-5BFE-9846-C9CD05C5822E}" dt="2025-12-29T11:03:59.140" v="3871" actId="1076"/>
          <ac:spMkLst>
            <pc:docMk/>
            <pc:sldMk cId="1462393860" sldId="258"/>
            <ac:spMk id="3" creationId="{113040D2-7D80-FDEC-C7D2-7E7A2557A36B}"/>
          </ac:spMkLst>
        </pc:spChg>
        <pc:spChg chg="mod">
          <ac:chgData name="Jeia Tirante" userId="0ae0bb53663ec93f" providerId="LiveId" clId="{2C13E364-AD2A-5BFE-9846-C9CD05C5822E}" dt="2025-12-29T11:16:57.581" v="4049" actId="27636"/>
          <ac:spMkLst>
            <pc:docMk/>
            <pc:sldMk cId="1462393860" sldId="258"/>
            <ac:spMk id="4" creationId="{617C6766-4297-63AE-1C0C-9B67715AF22B}"/>
          </ac:spMkLst>
        </pc:spChg>
        <pc:spChg chg="mod">
          <ac:chgData name="Jeia Tirante" userId="0ae0bb53663ec93f" providerId="LiveId" clId="{2C13E364-AD2A-5BFE-9846-C9CD05C5822E}" dt="2025-12-29T11:04:05.263" v="3872" actId="1076"/>
          <ac:spMkLst>
            <pc:docMk/>
            <pc:sldMk cId="1462393860" sldId="258"/>
            <ac:spMk id="5" creationId="{E9674983-11EE-B004-D7E7-807E1258CC21}"/>
          </ac:spMkLst>
        </pc:spChg>
        <pc:spChg chg="mod">
          <ac:chgData name="Jeia Tirante" userId="0ae0bb53663ec93f" providerId="LiveId" clId="{2C13E364-AD2A-5BFE-9846-C9CD05C5822E}" dt="2025-12-29T11:16:57.584" v="4050" actId="27636"/>
          <ac:spMkLst>
            <pc:docMk/>
            <pc:sldMk cId="1462393860" sldId="258"/>
            <ac:spMk id="6" creationId="{46D5CDDF-D372-EC0A-5E8D-E2D7CF635F4E}"/>
          </ac:spMkLst>
        </pc:spChg>
      </pc:sldChg>
      <pc:sldChg chg="new del">
        <pc:chgData name="Jeia Tirante" userId="0ae0bb53663ec93f" providerId="LiveId" clId="{2C13E364-AD2A-5BFE-9846-C9CD05C5822E}" dt="2025-12-29T08:12:09.080" v="75" actId="2696"/>
        <pc:sldMkLst>
          <pc:docMk/>
          <pc:sldMk cId="1369926359" sldId="259"/>
        </pc:sldMkLst>
      </pc:sldChg>
      <pc:sldChg chg="modSp new del mod">
        <pc:chgData name="Jeia Tirante" userId="0ae0bb53663ec93f" providerId="LiveId" clId="{2C13E364-AD2A-5BFE-9846-C9CD05C5822E}" dt="2025-12-29T09:02:37.122" v="1703" actId="2696"/>
        <pc:sldMkLst>
          <pc:docMk/>
          <pc:sldMk cId="1985746552" sldId="259"/>
        </pc:sldMkLst>
        <pc:spChg chg="mod">
          <ac:chgData name="Jeia Tirante" userId="0ae0bb53663ec93f" providerId="LiveId" clId="{2C13E364-AD2A-5BFE-9846-C9CD05C5822E}" dt="2025-12-29T08:12:38.930" v="108" actId="20577"/>
          <ac:spMkLst>
            <pc:docMk/>
            <pc:sldMk cId="1985746552" sldId="259"/>
            <ac:spMk id="2" creationId="{67945DB3-5632-4023-1504-89017A648C38}"/>
          </ac:spMkLst>
        </pc:spChg>
        <pc:spChg chg="mod">
          <ac:chgData name="Jeia Tirante" userId="0ae0bb53663ec93f" providerId="LiveId" clId="{2C13E364-AD2A-5BFE-9846-C9CD05C5822E}" dt="2025-12-29T08:59:48.651" v="1675" actId="20577"/>
          <ac:spMkLst>
            <pc:docMk/>
            <pc:sldMk cId="1985746552" sldId="259"/>
            <ac:spMk id="3" creationId="{F8082BD6-AE8E-8CE9-7A07-6BE36C1564AA}"/>
          </ac:spMkLst>
        </pc:spChg>
      </pc:sldChg>
      <pc:sldChg chg="new del">
        <pc:chgData name="Jeia Tirante" userId="0ae0bb53663ec93f" providerId="LiveId" clId="{2C13E364-AD2A-5BFE-9846-C9CD05C5822E}" dt="2025-12-29T08:12:15.229" v="77" actId="2696"/>
        <pc:sldMkLst>
          <pc:docMk/>
          <pc:sldMk cId="4279592687" sldId="259"/>
        </pc:sldMkLst>
      </pc:sldChg>
      <pc:sldChg chg="modSp new del mod">
        <pc:chgData name="Jeia Tirante" userId="0ae0bb53663ec93f" providerId="LiveId" clId="{2C13E364-AD2A-5BFE-9846-C9CD05C5822E}" dt="2025-12-29T08:59:55.211" v="1676" actId="2696"/>
        <pc:sldMkLst>
          <pc:docMk/>
          <pc:sldMk cId="1247506987" sldId="260"/>
        </pc:sldMkLst>
        <pc:spChg chg="mod">
          <ac:chgData name="Jeia Tirante" userId="0ae0bb53663ec93f" providerId="LiveId" clId="{2C13E364-AD2A-5BFE-9846-C9CD05C5822E}" dt="2025-12-29T08:16:50.528" v="243" actId="20577"/>
          <ac:spMkLst>
            <pc:docMk/>
            <pc:sldMk cId="1247506987" sldId="260"/>
            <ac:spMk id="2" creationId="{4CD5730A-0830-3432-BC1D-9EF570E3EF09}"/>
          </ac:spMkLst>
        </pc:spChg>
        <pc:spChg chg="mod">
          <ac:chgData name="Jeia Tirante" userId="0ae0bb53663ec93f" providerId="LiveId" clId="{2C13E364-AD2A-5BFE-9846-C9CD05C5822E}" dt="2025-12-29T08:42:02.051" v="951" actId="20577"/>
          <ac:spMkLst>
            <pc:docMk/>
            <pc:sldMk cId="1247506987" sldId="260"/>
            <ac:spMk id="3" creationId="{CD355119-9551-AD44-CF58-48A1C5971626}"/>
          </ac:spMkLst>
        </pc:spChg>
      </pc:sldChg>
      <pc:sldChg chg="modSp new del mod">
        <pc:chgData name="Jeia Tirante" userId="0ae0bb53663ec93f" providerId="LiveId" clId="{2C13E364-AD2A-5BFE-9846-C9CD05C5822E}" dt="2025-12-29T08:16:40.981" v="221" actId="2696"/>
        <pc:sldMkLst>
          <pc:docMk/>
          <pc:sldMk cId="989312749" sldId="261"/>
        </pc:sldMkLst>
        <pc:spChg chg="mod">
          <ac:chgData name="Jeia Tirante" userId="0ae0bb53663ec93f" providerId="LiveId" clId="{2C13E364-AD2A-5BFE-9846-C9CD05C5822E}" dt="2025-12-29T08:15:31.066" v="175" actId="20577"/>
          <ac:spMkLst>
            <pc:docMk/>
            <pc:sldMk cId="989312749" sldId="261"/>
            <ac:spMk id="2" creationId="{0DDCAB63-CF8F-94E6-C05E-F48DE014D1D0}"/>
          </ac:spMkLst>
        </pc:spChg>
      </pc:sldChg>
      <pc:sldChg chg="addSp delSp modSp new del mod setBg">
        <pc:chgData name="Jeia Tirante" userId="0ae0bb53663ec93f" providerId="LiveId" clId="{2C13E364-AD2A-5BFE-9846-C9CD05C5822E}" dt="2025-12-29T11:10:34.396" v="3944" actId="2696"/>
        <pc:sldMkLst>
          <pc:docMk/>
          <pc:sldMk cId="2203576817" sldId="262"/>
        </pc:sldMkLst>
        <pc:spChg chg="mod">
          <ac:chgData name="Jeia Tirante" userId="0ae0bb53663ec93f" providerId="LiveId" clId="{2C13E364-AD2A-5BFE-9846-C9CD05C5822E}" dt="2025-12-29T10:54:52.909" v="3827" actId="26606"/>
          <ac:spMkLst>
            <pc:docMk/>
            <pc:sldMk cId="2203576817" sldId="262"/>
            <ac:spMk id="2" creationId="{8715CE1E-4016-5E68-D95C-0C31B3C2464C}"/>
          </ac:spMkLst>
        </pc:spChg>
        <pc:spChg chg="del">
          <ac:chgData name="Jeia Tirante" userId="0ae0bb53663ec93f" providerId="LiveId" clId="{2C13E364-AD2A-5BFE-9846-C9CD05C5822E}" dt="2025-12-29T09:25:34.318" v="2032" actId="3680"/>
          <ac:spMkLst>
            <pc:docMk/>
            <pc:sldMk cId="2203576817" sldId="262"/>
            <ac:spMk id="3" creationId="{0A92BC22-6455-1D18-34D4-48F4030985ED}"/>
          </ac:spMkLst>
        </pc:spChg>
        <pc:spChg chg="add del">
          <ac:chgData name="Jeia Tirante" userId="0ae0bb53663ec93f" providerId="LiveId" clId="{2C13E364-AD2A-5BFE-9846-C9CD05C5822E}" dt="2025-12-29T10:55:47.420" v="3828"/>
          <ac:spMkLst>
            <pc:docMk/>
            <pc:sldMk cId="2203576817" sldId="262"/>
            <ac:spMk id="9" creationId="{450D60D0-E1D6-E7C9-FF67-1493FBCB2475}"/>
          </ac:spMkLst>
        </pc:spChg>
        <pc:graphicFrameChg chg="add del mod ord modGraphic">
          <ac:chgData name="Jeia Tirante" userId="0ae0bb53663ec93f" providerId="LiveId" clId="{2C13E364-AD2A-5BFE-9846-C9CD05C5822E}" dt="2025-12-29T10:54:52.909" v="3827" actId="26606"/>
          <ac:graphicFrameMkLst>
            <pc:docMk/>
            <pc:sldMk cId="2203576817" sldId="262"/>
            <ac:graphicFrameMk id="4" creationId="{EFEC3CFC-23D3-EAC0-B56A-277220CB4779}"/>
          </ac:graphicFrameMkLst>
        </pc:graphicFrameChg>
        <pc:graphicFrameChg chg="add modGraphic">
          <ac:chgData name="Jeia Tirante" userId="0ae0bb53663ec93f" providerId="LiveId" clId="{2C13E364-AD2A-5BFE-9846-C9CD05C5822E}" dt="2025-12-29T10:55:57.908" v="3829" actId="20577"/>
          <ac:graphicFrameMkLst>
            <pc:docMk/>
            <pc:sldMk cId="2203576817" sldId="262"/>
            <ac:graphicFrameMk id="7" creationId="{EFEC3CFC-23D3-EAC0-B56A-277220CB4779}"/>
          </ac:graphicFrameMkLst>
        </pc:graphicFrameChg>
        <pc:picChg chg="add mod">
          <ac:chgData name="Jeia Tirante" userId="0ae0bb53663ec93f" providerId="LiveId" clId="{2C13E364-AD2A-5BFE-9846-C9CD05C5822E}" dt="2025-12-29T10:55:47.420" v="3828"/>
          <ac:picMkLst>
            <pc:docMk/>
            <pc:sldMk cId="2203576817" sldId="262"/>
            <ac:picMk id="6146" creationId="{4D37919D-D1B5-E80E-FD02-3A289234A380}"/>
          </ac:picMkLst>
        </pc:picChg>
      </pc:sldChg>
      <pc:sldChg chg="modSp new del mod">
        <pc:chgData name="Jeia Tirante" userId="0ae0bb53663ec93f" providerId="LiveId" clId="{2C13E364-AD2A-5BFE-9846-C9CD05C5822E}" dt="2025-12-29T08:18:32.205" v="314" actId="2696"/>
        <pc:sldMkLst>
          <pc:docMk/>
          <pc:sldMk cId="311998361" sldId="263"/>
        </pc:sldMkLst>
        <pc:spChg chg="mod">
          <ac:chgData name="Jeia Tirante" userId="0ae0bb53663ec93f" providerId="LiveId" clId="{2C13E364-AD2A-5BFE-9846-C9CD05C5822E}" dt="2025-12-29T08:17:21.863" v="281" actId="20577"/>
          <ac:spMkLst>
            <pc:docMk/>
            <pc:sldMk cId="311998361" sldId="263"/>
            <ac:spMk id="2" creationId="{783A2884-A3A3-9154-0069-E8EEC72C91CB}"/>
          </ac:spMkLst>
        </pc:spChg>
      </pc:sldChg>
      <pc:sldChg chg="modSp new del mod">
        <pc:chgData name="Jeia Tirante" userId="0ae0bb53663ec93f" providerId="LiveId" clId="{2C13E364-AD2A-5BFE-9846-C9CD05C5822E}" dt="2025-12-29T08:22:39.891" v="492" actId="2696"/>
        <pc:sldMkLst>
          <pc:docMk/>
          <pc:sldMk cId="4130503477" sldId="264"/>
        </pc:sldMkLst>
        <pc:spChg chg="mod">
          <ac:chgData name="Jeia Tirante" userId="0ae0bb53663ec93f" providerId="LiveId" clId="{2C13E364-AD2A-5BFE-9846-C9CD05C5822E}" dt="2025-12-29T08:20:48.395" v="385" actId="20577"/>
          <ac:spMkLst>
            <pc:docMk/>
            <pc:sldMk cId="4130503477" sldId="264"/>
            <ac:spMk id="2" creationId="{EE5C933E-02D9-663B-DD3E-CDA657FFDB03}"/>
          </ac:spMkLst>
        </pc:spChg>
        <pc:spChg chg="mod">
          <ac:chgData name="Jeia Tirante" userId="0ae0bb53663ec93f" providerId="LiveId" clId="{2C13E364-AD2A-5BFE-9846-C9CD05C5822E}" dt="2025-12-29T08:19:05.470" v="342" actId="20577"/>
          <ac:spMkLst>
            <pc:docMk/>
            <pc:sldMk cId="4130503477" sldId="264"/>
            <ac:spMk id="3" creationId="{CB289EBD-626A-4ACD-25C1-DAC748B9A53E}"/>
          </ac:spMkLst>
        </pc:spChg>
        <pc:spChg chg="mod">
          <ac:chgData name="Jeia Tirante" userId="0ae0bb53663ec93f" providerId="LiveId" clId="{2C13E364-AD2A-5BFE-9846-C9CD05C5822E}" dt="2025-12-29T08:19:38.089" v="356" actId="20577"/>
          <ac:spMkLst>
            <pc:docMk/>
            <pc:sldMk cId="4130503477" sldId="264"/>
            <ac:spMk id="5" creationId="{7C092427-E779-0B86-2932-EC0FEE3AA3B8}"/>
          </ac:spMkLst>
        </pc:spChg>
      </pc:sldChg>
      <pc:sldChg chg="addSp delSp modSp new mod">
        <pc:chgData name="Jeia Tirante" userId="0ae0bb53663ec93f" providerId="LiveId" clId="{2C13E364-AD2A-5BFE-9846-C9CD05C5822E}" dt="2025-12-29T12:01:57.866" v="4694" actId="1076"/>
        <pc:sldMkLst>
          <pc:docMk/>
          <pc:sldMk cId="3497409497" sldId="265"/>
        </pc:sldMkLst>
        <pc:spChg chg="mod">
          <ac:chgData name="Jeia Tirante" userId="0ae0bb53663ec93f" providerId="LiveId" clId="{2C13E364-AD2A-5BFE-9846-C9CD05C5822E}" dt="2025-12-29T12:00:34.737" v="4683" actId="255"/>
          <ac:spMkLst>
            <pc:docMk/>
            <pc:sldMk cId="3497409497" sldId="265"/>
            <ac:spMk id="2" creationId="{4FBC0241-C4A9-7F64-716C-1FA2D1AA3301}"/>
          </ac:spMkLst>
        </pc:spChg>
        <pc:spChg chg="del">
          <ac:chgData name="Jeia Tirante" userId="0ae0bb53663ec93f" providerId="LiveId" clId="{2C13E364-AD2A-5BFE-9846-C9CD05C5822E}" dt="2025-12-29T08:22:15.282" v="463" actId="478"/>
          <ac:spMkLst>
            <pc:docMk/>
            <pc:sldMk cId="3497409497" sldId="265"/>
            <ac:spMk id="3" creationId="{BE909079-02DC-9D62-EC03-5C625634529E}"/>
          </ac:spMkLst>
        </pc:spChg>
        <pc:spChg chg="del">
          <ac:chgData name="Jeia Tirante" userId="0ae0bb53663ec93f" providerId="LiveId" clId="{2C13E364-AD2A-5BFE-9846-C9CD05C5822E}" dt="2025-12-29T08:22:15.282" v="463" actId="478"/>
          <ac:spMkLst>
            <pc:docMk/>
            <pc:sldMk cId="3497409497" sldId="265"/>
            <ac:spMk id="4" creationId="{76E07555-5868-42C1-7156-1EE861E88059}"/>
          </ac:spMkLst>
        </pc:spChg>
        <pc:spChg chg="add del mod">
          <ac:chgData name="Jeia Tirante" userId="0ae0bb53663ec93f" providerId="LiveId" clId="{2C13E364-AD2A-5BFE-9846-C9CD05C5822E}" dt="2025-12-29T09:46:21.784" v="2294" actId="22"/>
          <ac:spMkLst>
            <pc:docMk/>
            <pc:sldMk cId="3497409497" sldId="265"/>
            <ac:spMk id="5" creationId="{80E52405-5EDE-C901-CD9E-A68E6334B6F3}"/>
          </ac:spMkLst>
        </pc:spChg>
        <pc:spChg chg="del">
          <ac:chgData name="Jeia Tirante" userId="0ae0bb53663ec93f" providerId="LiveId" clId="{2C13E364-AD2A-5BFE-9846-C9CD05C5822E}" dt="2025-12-29T08:22:15.282" v="463" actId="478"/>
          <ac:spMkLst>
            <pc:docMk/>
            <pc:sldMk cId="3497409497" sldId="265"/>
            <ac:spMk id="5" creationId="{E1AE73FC-BB69-8CE8-572F-19BA3E11581C}"/>
          </ac:spMkLst>
        </pc:spChg>
        <pc:spChg chg="add del mod">
          <ac:chgData name="Jeia Tirante" userId="0ae0bb53663ec93f" providerId="LiveId" clId="{2C13E364-AD2A-5BFE-9846-C9CD05C5822E}" dt="2025-12-29T10:57:04.090" v="3837" actId="26606"/>
          <ac:spMkLst>
            <pc:docMk/>
            <pc:sldMk cId="3497409497" sldId="265"/>
            <ac:spMk id="6" creationId="{2CA9C460-F645-C299-DBBB-97717FD73B96}"/>
          </ac:spMkLst>
        </pc:spChg>
        <pc:spChg chg="del">
          <ac:chgData name="Jeia Tirante" userId="0ae0bb53663ec93f" providerId="LiveId" clId="{2C13E364-AD2A-5BFE-9846-C9CD05C5822E}" dt="2025-12-29T08:22:15.282" v="463" actId="478"/>
          <ac:spMkLst>
            <pc:docMk/>
            <pc:sldMk cId="3497409497" sldId="265"/>
            <ac:spMk id="6" creationId="{39FB60BF-4F53-D2EB-563D-527CB90810FD}"/>
          </ac:spMkLst>
        </pc:spChg>
        <pc:spChg chg="add mod">
          <ac:chgData name="Jeia Tirante" userId="0ae0bb53663ec93f" providerId="LiveId" clId="{2C13E364-AD2A-5BFE-9846-C9CD05C5822E}" dt="2025-12-29T10:57:13.729" v="3839" actId="1076"/>
          <ac:spMkLst>
            <pc:docMk/>
            <pc:sldMk cId="3497409497" sldId="265"/>
            <ac:spMk id="8" creationId="{E44FBAED-975E-1934-BDC2-B85759C9E58C}"/>
          </ac:spMkLst>
        </pc:spChg>
        <pc:graphicFrameChg chg="add mod modGraphic">
          <ac:chgData name="Jeia Tirante" userId="0ae0bb53663ec93f" providerId="LiveId" clId="{2C13E364-AD2A-5BFE-9846-C9CD05C5822E}" dt="2025-12-29T12:01:57.866" v="4694" actId="1076"/>
          <ac:graphicFrameMkLst>
            <pc:docMk/>
            <pc:sldMk cId="3497409497" sldId="265"/>
            <ac:graphicFrameMk id="3" creationId="{97BFE933-5DD7-2678-B46F-6C64658140A7}"/>
          </ac:graphicFrameMkLst>
        </pc:graphicFrameChg>
        <pc:graphicFrameChg chg="add mod">
          <ac:chgData name="Jeia Tirante" userId="0ae0bb53663ec93f" providerId="LiveId" clId="{2C13E364-AD2A-5BFE-9846-C9CD05C5822E}" dt="2025-12-29T11:44:54.010" v="4428" actId="113"/>
          <ac:graphicFrameMkLst>
            <pc:docMk/>
            <pc:sldMk cId="3497409497" sldId="265"/>
            <ac:graphicFrameMk id="10" creationId="{D184B9C4-A8C9-33C2-682A-974AEE74AB11}"/>
          </ac:graphicFrameMkLst>
        </pc:graphicFrameChg>
      </pc:sldChg>
      <pc:sldChg chg="new del">
        <pc:chgData name="Jeia Tirante" userId="0ae0bb53663ec93f" providerId="LiveId" clId="{2C13E364-AD2A-5BFE-9846-C9CD05C5822E}" dt="2025-12-29T08:21:45.188" v="445" actId="2696"/>
        <pc:sldMkLst>
          <pc:docMk/>
          <pc:sldMk cId="2703237494" sldId="266"/>
        </pc:sldMkLst>
      </pc:sldChg>
      <pc:sldChg chg="addSp delSp modSp add mod">
        <pc:chgData name="Jeia Tirante" userId="0ae0bb53663ec93f" providerId="LiveId" clId="{2C13E364-AD2A-5BFE-9846-C9CD05C5822E}" dt="2025-12-29T12:02:06.791" v="4695" actId="1076"/>
        <pc:sldMkLst>
          <pc:docMk/>
          <pc:sldMk cId="2615787029" sldId="267"/>
        </pc:sldMkLst>
        <pc:spChg chg="mod">
          <ac:chgData name="Jeia Tirante" userId="0ae0bb53663ec93f" providerId="LiveId" clId="{2C13E364-AD2A-5BFE-9846-C9CD05C5822E}" dt="2025-12-29T12:00:52.650" v="4685" actId="255"/>
          <ac:spMkLst>
            <pc:docMk/>
            <pc:sldMk cId="2615787029" sldId="267"/>
            <ac:spMk id="2" creationId="{C3B3F409-B060-E121-FFB0-FC16C7D864E8}"/>
          </ac:spMkLst>
        </pc:spChg>
        <pc:spChg chg="del">
          <ac:chgData name="Jeia Tirante" userId="0ae0bb53663ec93f" providerId="LiveId" clId="{2C13E364-AD2A-5BFE-9846-C9CD05C5822E}" dt="2025-12-29T10:07:26.057" v="2631" actId="478"/>
          <ac:spMkLst>
            <pc:docMk/>
            <pc:sldMk cId="2615787029" sldId="267"/>
            <ac:spMk id="3" creationId="{C2A3099B-7E55-AFE8-7373-0987BA6E1B9E}"/>
          </ac:spMkLst>
        </pc:spChg>
        <pc:spChg chg="del">
          <ac:chgData name="Jeia Tirante" userId="0ae0bb53663ec93f" providerId="LiveId" clId="{2C13E364-AD2A-5BFE-9846-C9CD05C5822E}" dt="2025-12-29T10:07:26.057" v="2631" actId="478"/>
          <ac:spMkLst>
            <pc:docMk/>
            <pc:sldMk cId="2615787029" sldId="267"/>
            <ac:spMk id="4" creationId="{1C046A6E-1F1A-A0BC-2221-B0667B2C67E1}"/>
          </ac:spMkLst>
        </pc:spChg>
        <pc:spChg chg="del">
          <ac:chgData name="Jeia Tirante" userId="0ae0bb53663ec93f" providerId="LiveId" clId="{2C13E364-AD2A-5BFE-9846-C9CD05C5822E}" dt="2025-12-29T10:07:26.057" v="2631" actId="478"/>
          <ac:spMkLst>
            <pc:docMk/>
            <pc:sldMk cId="2615787029" sldId="267"/>
            <ac:spMk id="5" creationId="{3D9494DC-7A84-D9E5-E6EC-4606F891EF29}"/>
          </ac:spMkLst>
        </pc:spChg>
        <pc:spChg chg="del">
          <ac:chgData name="Jeia Tirante" userId="0ae0bb53663ec93f" providerId="LiveId" clId="{2C13E364-AD2A-5BFE-9846-C9CD05C5822E}" dt="2025-12-29T10:07:26.057" v="2631" actId="478"/>
          <ac:spMkLst>
            <pc:docMk/>
            <pc:sldMk cId="2615787029" sldId="267"/>
            <ac:spMk id="6" creationId="{F38806C2-87F0-AB6E-71F9-C884AA04B211}"/>
          </ac:spMkLst>
        </pc:spChg>
        <pc:spChg chg="add mod">
          <ac:chgData name="Jeia Tirante" userId="0ae0bb53663ec93f" providerId="LiveId" clId="{2C13E364-AD2A-5BFE-9846-C9CD05C5822E}" dt="2025-12-29T10:57:39.844" v="3841" actId="1076"/>
          <ac:spMkLst>
            <pc:docMk/>
            <pc:sldMk cId="2615787029" sldId="267"/>
            <ac:spMk id="8" creationId="{08C0F259-CD4A-83D0-AB91-6D14EC9BCD1C}"/>
          </ac:spMkLst>
        </pc:spChg>
        <pc:spChg chg="add del mod">
          <ac:chgData name="Jeia Tirante" userId="0ae0bb53663ec93f" providerId="LiveId" clId="{2C13E364-AD2A-5BFE-9846-C9CD05C5822E}" dt="2025-12-29T10:58:39.494" v="3846" actId="26606"/>
          <ac:spMkLst>
            <pc:docMk/>
            <pc:sldMk cId="2615787029" sldId="267"/>
            <ac:spMk id="10" creationId="{E8E1764C-AC1D-A402-8152-5B8E855CB655}"/>
          </ac:spMkLst>
        </pc:spChg>
        <pc:graphicFrameChg chg="add mod modGraphic">
          <ac:chgData name="Jeia Tirante" userId="0ae0bb53663ec93f" providerId="LiveId" clId="{2C13E364-AD2A-5BFE-9846-C9CD05C5822E}" dt="2025-12-29T12:02:06.791" v="4695" actId="1076"/>
          <ac:graphicFrameMkLst>
            <pc:docMk/>
            <pc:sldMk cId="2615787029" sldId="267"/>
            <ac:graphicFrameMk id="9" creationId="{EF367392-6A20-2285-9A46-245197C32676}"/>
          </ac:graphicFrameMkLst>
        </pc:graphicFrameChg>
        <pc:graphicFrameChg chg="add mod">
          <ac:chgData name="Jeia Tirante" userId="0ae0bb53663ec93f" providerId="LiveId" clId="{2C13E364-AD2A-5BFE-9846-C9CD05C5822E}" dt="2025-12-29T11:46:13.140" v="4443" actId="113"/>
          <ac:graphicFrameMkLst>
            <pc:docMk/>
            <pc:sldMk cId="2615787029" sldId="267"/>
            <ac:graphicFrameMk id="12" creationId="{374117CE-ABF0-D54D-E4F6-EAF11E291D74}"/>
          </ac:graphicFrameMkLst>
        </pc:graphicFrameChg>
      </pc:sldChg>
      <pc:sldChg chg="addSp delSp modSp add mod setBg">
        <pc:chgData name="Jeia Tirante" userId="0ae0bb53663ec93f" providerId="LiveId" clId="{2C13E364-AD2A-5BFE-9846-C9CD05C5822E}" dt="2025-12-29T12:01:08.403" v="4686"/>
        <pc:sldMkLst>
          <pc:docMk/>
          <pc:sldMk cId="1153417761" sldId="268"/>
        </pc:sldMkLst>
        <pc:spChg chg="mod">
          <ac:chgData name="Jeia Tirante" userId="0ae0bb53663ec93f" providerId="LiveId" clId="{2C13E364-AD2A-5BFE-9846-C9CD05C5822E}" dt="2025-12-29T12:00:40.620" v="4684" actId="255"/>
          <ac:spMkLst>
            <pc:docMk/>
            <pc:sldMk cId="1153417761" sldId="268"/>
            <ac:spMk id="2" creationId="{70952787-C44C-54F5-D558-636CF3396383}"/>
          </ac:spMkLst>
        </pc:spChg>
        <pc:spChg chg="add del">
          <ac:chgData name="Jeia Tirante" userId="0ae0bb53663ec93f" providerId="LiveId" clId="{2C13E364-AD2A-5BFE-9846-C9CD05C5822E}" dt="2025-12-29T09:56:58.017" v="2456" actId="22"/>
          <ac:spMkLst>
            <pc:docMk/>
            <pc:sldMk cId="1153417761" sldId="268"/>
            <ac:spMk id="5" creationId="{0680FBF4-9B48-5AB6-3789-9B9905BE0D37}"/>
          </ac:spMkLst>
        </pc:spChg>
        <pc:spChg chg="add del mod">
          <ac:chgData name="Jeia Tirante" userId="0ae0bb53663ec93f" providerId="LiveId" clId="{2C13E364-AD2A-5BFE-9846-C9CD05C5822E}" dt="2025-12-29T11:45:29.319" v="4439" actId="113"/>
          <ac:spMkLst>
            <pc:docMk/>
            <pc:sldMk cId="1153417761" sldId="268"/>
            <ac:spMk id="5" creationId="{265045F4-3BDA-266B-8739-6B24BF9C8A55}"/>
          </ac:spMkLst>
        </pc:spChg>
        <pc:spChg chg="add del mod">
          <ac:chgData name="Jeia Tirante" userId="0ae0bb53663ec93f" providerId="LiveId" clId="{2C13E364-AD2A-5BFE-9846-C9CD05C5822E}" dt="2025-12-29T11:28:06.867" v="4284" actId="478"/>
          <ac:spMkLst>
            <pc:docMk/>
            <pc:sldMk cId="1153417761" sldId="268"/>
            <ac:spMk id="6" creationId="{ACBA0A64-0189-DA9E-1B45-10182CF01424}"/>
          </ac:spMkLst>
        </pc:spChg>
        <pc:spChg chg="add del">
          <ac:chgData name="Jeia Tirante" userId="0ae0bb53663ec93f" providerId="LiveId" clId="{2C13E364-AD2A-5BFE-9846-C9CD05C5822E}" dt="2025-12-29T11:08:35.982" v="3903" actId="26606"/>
          <ac:spMkLst>
            <pc:docMk/>
            <pc:sldMk cId="1153417761" sldId="268"/>
            <ac:spMk id="11" creationId="{A7AE9375-4664-4DB2-922D-2782A6E439AC}"/>
          </ac:spMkLst>
        </pc:spChg>
        <pc:spChg chg="add del">
          <ac:chgData name="Jeia Tirante" userId="0ae0bb53663ec93f" providerId="LiveId" clId="{2C13E364-AD2A-5BFE-9846-C9CD05C5822E}" dt="2025-12-29T11:08:41.688" v="3905" actId="26606"/>
          <ac:spMkLst>
            <pc:docMk/>
            <pc:sldMk cId="1153417761" sldId="268"/>
            <ac:spMk id="17" creationId="{B95B9BA8-1D69-4796-85F5-B6D0BD52354B}"/>
          </ac:spMkLst>
        </pc:spChg>
        <pc:spChg chg="add del">
          <ac:chgData name="Jeia Tirante" userId="0ae0bb53663ec93f" providerId="LiveId" clId="{2C13E364-AD2A-5BFE-9846-C9CD05C5822E}" dt="2025-12-29T11:08:44.987" v="3907" actId="26606"/>
          <ac:spMkLst>
            <pc:docMk/>
            <pc:sldMk cId="1153417761" sldId="268"/>
            <ac:spMk id="22" creationId="{7A976E23-29EC-4E20-9EF6-B7CC4A8210C3}"/>
          </ac:spMkLst>
        </pc:spChg>
        <pc:spChg chg="add del">
          <ac:chgData name="Jeia Tirante" userId="0ae0bb53663ec93f" providerId="LiveId" clId="{2C13E364-AD2A-5BFE-9846-C9CD05C5822E}" dt="2025-12-29T11:08:44.987" v="3907" actId="26606"/>
          <ac:spMkLst>
            <pc:docMk/>
            <pc:sldMk cId="1153417761" sldId="268"/>
            <ac:spMk id="23" creationId="{FF0BDB76-BCEC-498E-BA26-C763CD9FA3E7}"/>
          </ac:spMkLst>
        </pc:spChg>
        <pc:spChg chg="add del">
          <ac:chgData name="Jeia Tirante" userId="0ae0bb53663ec93f" providerId="LiveId" clId="{2C13E364-AD2A-5BFE-9846-C9CD05C5822E}" dt="2025-12-29T11:08:44.987" v="3907" actId="26606"/>
          <ac:spMkLst>
            <pc:docMk/>
            <pc:sldMk cId="1153417761" sldId="268"/>
            <ac:spMk id="24" creationId="{DF5FCEC6-E657-46F1-925F-13ED192124CE}"/>
          </ac:spMkLst>
        </pc:spChg>
        <pc:spChg chg="add del">
          <ac:chgData name="Jeia Tirante" userId="0ae0bb53663ec93f" providerId="LiveId" clId="{2C13E364-AD2A-5BFE-9846-C9CD05C5822E}" dt="2025-12-29T11:08:44.987" v="3907" actId="26606"/>
          <ac:spMkLst>
            <pc:docMk/>
            <pc:sldMk cId="1153417761" sldId="268"/>
            <ac:spMk id="31" creationId="{1452CEF2-C9EC-4C15-99E4-C781AB08AB91}"/>
          </ac:spMkLst>
        </pc:spChg>
        <pc:spChg chg="add del">
          <ac:chgData name="Jeia Tirante" userId="0ae0bb53663ec93f" providerId="LiveId" clId="{2C13E364-AD2A-5BFE-9846-C9CD05C5822E}" dt="2025-12-29T11:11:38.872" v="3950" actId="26606"/>
          <ac:spMkLst>
            <pc:docMk/>
            <pc:sldMk cId="1153417761" sldId="268"/>
            <ac:spMk id="45" creationId="{E8A8EAB8-D2FF-444D-B34B-7D32F106AD0E}"/>
          </ac:spMkLst>
        </pc:spChg>
        <pc:spChg chg="add">
          <ac:chgData name="Jeia Tirante" userId="0ae0bb53663ec93f" providerId="LiveId" clId="{2C13E364-AD2A-5BFE-9846-C9CD05C5822E}" dt="2025-12-29T11:11:38.872" v="3950" actId="26606"/>
          <ac:spMkLst>
            <pc:docMk/>
            <pc:sldMk cId="1153417761" sldId="268"/>
            <ac:spMk id="52" creationId="{743AA782-23D1-4521-8CAD-47662984AA08}"/>
          </ac:spMkLst>
        </pc:spChg>
        <pc:spChg chg="add">
          <ac:chgData name="Jeia Tirante" userId="0ae0bb53663ec93f" providerId="LiveId" clId="{2C13E364-AD2A-5BFE-9846-C9CD05C5822E}" dt="2025-12-29T11:11:38.872" v="3950" actId="26606"/>
          <ac:spMkLst>
            <pc:docMk/>
            <pc:sldMk cId="1153417761" sldId="268"/>
            <ac:spMk id="54" creationId="{650D18FE-0824-4A46-B22C-A86B52E5780A}"/>
          </ac:spMkLst>
        </pc:spChg>
        <pc:grpChg chg="del">
          <ac:chgData name="Jeia Tirante" userId="0ae0bb53663ec93f" providerId="LiveId" clId="{2C13E364-AD2A-5BFE-9846-C9CD05C5822E}" dt="2025-12-29T11:08:44.987" v="3907" actId="26606"/>
          <ac:grpSpMkLst>
            <pc:docMk/>
            <pc:sldMk cId="1153417761" sldId="268"/>
            <ac:grpSpMk id="25" creationId="{DD8DF5DF-A251-4BC2-8965-4EDDD01FC56E}"/>
          </ac:grpSpMkLst>
        </pc:grpChg>
        <pc:grpChg chg="add del">
          <ac:chgData name="Jeia Tirante" userId="0ae0bb53663ec93f" providerId="LiveId" clId="{2C13E364-AD2A-5BFE-9846-C9CD05C5822E}" dt="2025-12-29T11:08:44.987" v="3907" actId="26606"/>
          <ac:grpSpMkLst>
            <pc:docMk/>
            <pc:sldMk cId="1153417761" sldId="268"/>
            <ac:grpSpMk id="30" creationId="{E5BA8FCE-96F8-40B3-804C-10C27C02F41C}"/>
          </ac:grpSpMkLst>
        </pc:grpChg>
        <pc:grpChg chg="add">
          <ac:chgData name="Jeia Tirante" userId="0ae0bb53663ec93f" providerId="LiveId" clId="{2C13E364-AD2A-5BFE-9846-C9CD05C5822E}" dt="2025-12-29T11:08:41.706" v="3906" actId="26606"/>
          <ac:grpSpMkLst>
            <pc:docMk/>
            <pc:sldMk cId="1153417761" sldId="268"/>
            <ac:grpSpMk id="33" creationId="{600459E6-26A3-4EAC-A34C-D0792D88CC26}"/>
          </ac:grpSpMkLst>
        </pc:grpChg>
        <pc:grpChg chg="add del">
          <ac:chgData name="Jeia Tirante" userId="0ae0bb53663ec93f" providerId="LiveId" clId="{2C13E364-AD2A-5BFE-9846-C9CD05C5822E}" dt="2025-12-29T11:08:44.987" v="3907" actId="26606"/>
          <ac:grpSpMkLst>
            <pc:docMk/>
            <pc:sldMk cId="1153417761" sldId="268"/>
            <ac:grpSpMk id="39" creationId="{94F13521-5DF8-4DF5-A0B9-A718234B3AE9}"/>
          </ac:grpSpMkLst>
        </pc:grpChg>
        <pc:graphicFrameChg chg="add mod ord modGraphic">
          <ac:chgData name="Jeia Tirante" userId="0ae0bb53663ec93f" providerId="LiveId" clId="{2C13E364-AD2A-5BFE-9846-C9CD05C5822E}" dt="2025-12-29T12:01:08.403" v="4686"/>
          <ac:graphicFrameMkLst>
            <pc:docMk/>
            <pc:sldMk cId="1153417761" sldId="268"/>
            <ac:graphicFrameMk id="3" creationId="{61BAA8FE-8C07-3A9B-56B7-E6A95BDBE17F}"/>
          </ac:graphicFrameMkLst>
        </pc:graphicFrameChg>
        <pc:graphicFrameChg chg="add del">
          <ac:chgData name="Jeia Tirante" userId="0ae0bb53663ec93f" providerId="LiveId" clId="{2C13E364-AD2A-5BFE-9846-C9CD05C5822E}" dt="2025-12-29T11:29:04.974" v="4296" actId="26606"/>
          <ac:graphicFrameMkLst>
            <pc:docMk/>
            <pc:sldMk cId="1153417761" sldId="268"/>
            <ac:graphicFrameMk id="56" creationId="{A5E337BA-FF3A-097D-97A2-38C66BA68190}"/>
          </ac:graphicFrameMkLst>
        </pc:graphicFrameChg>
        <pc:cxnChg chg="add del">
          <ac:chgData name="Jeia Tirante" userId="0ae0bb53663ec93f" providerId="LiveId" clId="{2C13E364-AD2A-5BFE-9846-C9CD05C5822E}" dt="2025-12-29T11:08:35.982" v="3903" actId="26606"/>
          <ac:cxnSpMkLst>
            <pc:docMk/>
            <pc:sldMk cId="1153417761" sldId="268"/>
            <ac:cxnSpMk id="13" creationId="{EE504C98-6397-41C1-A8D8-2D9C4ED307E0}"/>
          </ac:cxnSpMkLst>
        </pc:cxnChg>
        <pc:cxnChg chg="add del">
          <ac:chgData name="Jeia Tirante" userId="0ae0bb53663ec93f" providerId="LiveId" clId="{2C13E364-AD2A-5BFE-9846-C9CD05C5822E}" dt="2025-12-29T11:08:35.982" v="3903" actId="26606"/>
          <ac:cxnSpMkLst>
            <pc:docMk/>
            <pc:sldMk cId="1153417761" sldId="268"/>
            <ac:cxnSpMk id="15" creationId="{B7188D9B-1674-419B-A379-D1632A7EC3A2}"/>
          </ac:cxnSpMkLst>
        </pc:cxnChg>
        <pc:cxnChg chg="add del">
          <ac:chgData name="Jeia Tirante" userId="0ae0bb53663ec93f" providerId="LiveId" clId="{2C13E364-AD2A-5BFE-9846-C9CD05C5822E}" dt="2025-12-29T11:11:38.872" v="3950" actId="26606"/>
          <ac:cxnSpMkLst>
            <pc:docMk/>
            <pc:sldMk cId="1153417761" sldId="268"/>
            <ac:cxnSpMk id="46" creationId="{EEA38897-7BA3-4408-8083-3235339C4A60}"/>
          </ac:cxnSpMkLst>
        </pc:cxnChg>
        <pc:cxnChg chg="add del">
          <ac:chgData name="Jeia Tirante" userId="0ae0bb53663ec93f" providerId="LiveId" clId="{2C13E364-AD2A-5BFE-9846-C9CD05C5822E}" dt="2025-12-29T11:11:38.872" v="3950" actId="26606"/>
          <ac:cxnSpMkLst>
            <pc:docMk/>
            <pc:sldMk cId="1153417761" sldId="268"/>
            <ac:cxnSpMk id="47" creationId="{F11AD06B-AB20-4097-8606-5DA00DBACE88}"/>
          </ac:cxnSpMkLst>
        </pc:cxnChg>
      </pc:sldChg>
      <pc:sldChg chg="addSp delSp modSp add del mod setBg">
        <pc:chgData name="Jeia Tirante" userId="0ae0bb53663ec93f" providerId="LiveId" clId="{2C13E364-AD2A-5BFE-9846-C9CD05C5822E}" dt="2025-12-29T11:56:35.434" v="4610" actId="2696"/>
        <pc:sldMkLst>
          <pc:docMk/>
          <pc:sldMk cId="1452453459" sldId="269"/>
        </pc:sldMkLst>
        <pc:spChg chg="mod">
          <ac:chgData name="Jeia Tirante" userId="0ae0bb53663ec93f" providerId="LiveId" clId="{2C13E364-AD2A-5BFE-9846-C9CD05C5822E}" dt="2025-12-29T11:30:47.246" v="4306" actId="26606"/>
          <ac:spMkLst>
            <pc:docMk/>
            <pc:sldMk cId="1452453459" sldId="269"/>
            <ac:spMk id="2" creationId="{66468BFC-35A9-3FB1-0E94-AB88EE5CED88}"/>
          </ac:spMkLst>
        </pc:spChg>
        <pc:spChg chg="del">
          <ac:chgData name="Jeia Tirante" userId="0ae0bb53663ec93f" providerId="LiveId" clId="{2C13E364-AD2A-5BFE-9846-C9CD05C5822E}" dt="2025-12-29T10:23:32.465" v="2926" actId="3680"/>
          <ac:spMkLst>
            <pc:docMk/>
            <pc:sldMk cId="1452453459" sldId="269"/>
            <ac:spMk id="3" creationId="{CB7AC5C0-7EE1-0E9C-2DCF-5457C2DE0164}"/>
          </ac:spMkLst>
        </pc:spChg>
        <pc:spChg chg="add mod ord">
          <ac:chgData name="Jeia Tirante" userId="0ae0bb53663ec93f" providerId="LiveId" clId="{2C13E364-AD2A-5BFE-9846-C9CD05C5822E}" dt="2025-12-29T11:54:21.260" v="4566" actId="21"/>
          <ac:spMkLst>
            <pc:docMk/>
            <pc:sldMk cId="1452453459" sldId="269"/>
            <ac:spMk id="4" creationId="{BCC2E4C0-B962-0D24-4AEF-67C9C3896CC1}"/>
          </ac:spMkLst>
        </pc:spChg>
        <pc:spChg chg="add del mod">
          <ac:chgData name="Jeia Tirante" userId="0ae0bb53663ec93f" providerId="LiveId" clId="{2C13E364-AD2A-5BFE-9846-C9CD05C5822E}" dt="2025-12-29T11:02:20.813" v="3857" actId="26606"/>
          <ac:spMkLst>
            <pc:docMk/>
            <pc:sldMk cId="1452453459" sldId="269"/>
            <ac:spMk id="6" creationId="{FACFA781-3A3D-68C1-DD8C-286FC21F8B96}"/>
          </ac:spMkLst>
        </pc:spChg>
        <pc:spChg chg="add">
          <ac:chgData name="Jeia Tirante" userId="0ae0bb53663ec93f" providerId="LiveId" clId="{2C13E364-AD2A-5BFE-9846-C9CD05C5822E}" dt="2025-12-29T11:30:47.246" v="4306" actId="26606"/>
          <ac:spMkLst>
            <pc:docMk/>
            <pc:sldMk cId="1452453459" sldId="269"/>
            <ac:spMk id="5131" creationId="{2E45EA07-5778-4716-A1E3-516D77B73702}"/>
          </ac:spMkLst>
        </pc:spChg>
        <pc:spChg chg="add">
          <ac:chgData name="Jeia Tirante" userId="0ae0bb53663ec93f" providerId="LiveId" clId="{2C13E364-AD2A-5BFE-9846-C9CD05C5822E}" dt="2025-12-29T11:30:47.246" v="4306" actId="26606"/>
          <ac:spMkLst>
            <pc:docMk/>
            <pc:sldMk cId="1452453459" sldId="269"/>
            <ac:spMk id="5133" creationId="{2F3FC03D-8AE4-4034-A0C7-8180088B816A}"/>
          </ac:spMkLst>
        </pc:spChg>
        <pc:spChg chg="add">
          <ac:chgData name="Jeia Tirante" userId="0ae0bb53663ec93f" providerId="LiveId" clId="{2C13E364-AD2A-5BFE-9846-C9CD05C5822E}" dt="2025-12-29T11:30:47.246" v="4306" actId="26606"/>
          <ac:spMkLst>
            <pc:docMk/>
            <pc:sldMk cId="1452453459" sldId="269"/>
            <ac:spMk id="5135" creationId="{A57047B1-C902-4225-94C5-A9B56D455B59}"/>
          </ac:spMkLst>
        </pc:spChg>
        <pc:spChg chg="add">
          <ac:chgData name="Jeia Tirante" userId="0ae0bb53663ec93f" providerId="LiveId" clId="{2C13E364-AD2A-5BFE-9846-C9CD05C5822E}" dt="2025-12-29T11:30:47.246" v="4306" actId="26606"/>
          <ac:spMkLst>
            <pc:docMk/>
            <pc:sldMk cId="1452453459" sldId="269"/>
            <ac:spMk id="5137" creationId="{12FD69FC-E69E-4F4F-AC1C-4297656E0C53}"/>
          </ac:spMkLst>
        </pc:spChg>
        <pc:graphicFrameChg chg="add del mod ord modGraphic">
          <ac:chgData name="Jeia Tirante" userId="0ae0bb53663ec93f" providerId="LiveId" clId="{2C13E364-AD2A-5BFE-9846-C9CD05C5822E}" dt="2025-12-29T10:25:16.933" v="2970" actId="478"/>
          <ac:graphicFrameMkLst>
            <pc:docMk/>
            <pc:sldMk cId="1452453459" sldId="269"/>
            <ac:graphicFrameMk id="4" creationId="{1A316F98-93D8-77EF-75C3-7FD7B19FEB1E}"/>
          </ac:graphicFrameMkLst>
        </pc:graphicFrameChg>
        <pc:graphicFrameChg chg="add del mod ord modGraphic">
          <ac:chgData name="Jeia Tirante" userId="0ae0bb53663ec93f" providerId="LiveId" clId="{2C13E364-AD2A-5BFE-9846-C9CD05C5822E}" dt="2025-12-29T11:54:00.792" v="4560" actId="21"/>
          <ac:graphicFrameMkLst>
            <pc:docMk/>
            <pc:sldMk cId="1452453459" sldId="269"/>
            <ac:graphicFrameMk id="7" creationId="{81F3C6C2-BCEE-C7A0-DE66-804F95C8116B}"/>
          </ac:graphicFrameMkLst>
        </pc:graphicFrameChg>
        <pc:graphicFrameChg chg="add del mod">
          <ac:chgData name="Jeia Tirante" userId="0ae0bb53663ec93f" providerId="LiveId" clId="{2C13E364-AD2A-5BFE-9846-C9CD05C5822E}" dt="2025-12-29T11:30:20.830" v="4299" actId="478"/>
          <ac:graphicFrameMkLst>
            <pc:docMk/>
            <pc:sldMk cId="1452453459" sldId="269"/>
            <ac:graphicFrameMk id="5128" creationId="{0E05B000-2E44-7F56-AE71-523E86A13DC7}"/>
          </ac:graphicFrameMkLst>
        </pc:graphicFrameChg>
        <pc:picChg chg="add del mod">
          <ac:chgData name="Jeia Tirante" userId="0ae0bb53663ec93f" providerId="LiveId" clId="{2C13E364-AD2A-5BFE-9846-C9CD05C5822E}" dt="2025-12-29T11:54:00.792" v="4560" actId="21"/>
          <ac:picMkLst>
            <pc:docMk/>
            <pc:sldMk cId="1452453459" sldId="269"/>
            <ac:picMk id="5122" creationId="{551D5965-45ED-2C2F-909C-4687995C0FE7}"/>
          </ac:picMkLst>
        </pc:picChg>
        <pc:picChg chg="add del mod">
          <ac:chgData name="Jeia Tirante" userId="0ae0bb53663ec93f" providerId="LiveId" clId="{2C13E364-AD2A-5BFE-9846-C9CD05C5822E}" dt="2025-12-29T11:54:00.792" v="4560" actId="21"/>
          <ac:picMkLst>
            <pc:docMk/>
            <pc:sldMk cId="1452453459" sldId="269"/>
            <ac:picMk id="5124" creationId="{32C61B29-A7DA-F151-FC27-75B8CDC3D6D9}"/>
          </ac:picMkLst>
        </pc:picChg>
        <pc:picChg chg="add del mod ord">
          <ac:chgData name="Jeia Tirante" userId="0ae0bb53663ec93f" providerId="LiveId" clId="{2C13E364-AD2A-5BFE-9846-C9CD05C5822E}" dt="2025-12-29T11:54:00.792" v="4560" actId="21"/>
          <ac:picMkLst>
            <pc:docMk/>
            <pc:sldMk cId="1452453459" sldId="269"/>
            <ac:picMk id="5126" creationId="{DB580F21-B8B0-056B-8D69-2D35752EA514}"/>
          </ac:picMkLst>
        </pc:picChg>
      </pc:sldChg>
      <pc:sldChg chg="add del">
        <pc:chgData name="Jeia Tirante" userId="0ae0bb53663ec93f" providerId="LiveId" clId="{2C13E364-AD2A-5BFE-9846-C9CD05C5822E}" dt="2025-12-29T08:23:34.898" v="510" actId="2696"/>
        <pc:sldMkLst>
          <pc:docMk/>
          <pc:sldMk cId="2592266632" sldId="269"/>
        </pc:sldMkLst>
      </pc:sldChg>
      <pc:sldChg chg="addSp delSp modSp new mod ord">
        <pc:chgData name="Jeia Tirante" userId="0ae0bb53663ec93f" providerId="LiveId" clId="{2C13E364-AD2A-5BFE-9846-C9CD05C5822E}" dt="2025-12-29T12:02:15.200" v="4696" actId="255"/>
        <pc:sldMkLst>
          <pc:docMk/>
          <pc:sldMk cId="1632248956" sldId="270"/>
        </pc:sldMkLst>
        <pc:spChg chg="mod">
          <ac:chgData name="Jeia Tirante" userId="0ae0bb53663ec93f" providerId="LiveId" clId="{2C13E364-AD2A-5BFE-9846-C9CD05C5822E}" dt="2025-12-29T12:02:15.200" v="4696" actId="255"/>
          <ac:spMkLst>
            <pc:docMk/>
            <pc:sldMk cId="1632248956" sldId="270"/>
            <ac:spMk id="2" creationId="{D7B9CD48-3148-94C7-587F-4C4BD3AA21E5}"/>
          </ac:spMkLst>
        </pc:spChg>
        <pc:spChg chg="mod">
          <ac:chgData name="Jeia Tirante" userId="0ae0bb53663ec93f" providerId="LiveId" clId="{2C13E364-AD2A-5BFE-9846-C9CD05C5822E}" dt="2025-12-29T11:52:32.154" v="4552" actId="27636"/>
          <ac:spMkLst>
            <pc:docMk/>
            <pc:sldMk cId="1632248956" sldId="270"/>
            <ac:spMk id="3" creationId="{866334B8-584A-CBDF-F29E-229D1D51C153}"/>
          </ac:spMkLst>
        </pc:spChg>
        <pc:spChg chg="add del mod">
          <ac:chgData name="Jeia Tirante" userId="0ae0bb53663ec93f" providerId="LiveId" clId="{2C13E364-AD2A-5BFE-9846-C9CD05C5822E}" dt="2025-12-29T11:37:18.316" v="4345" actId="478"/>
          <ac:spMkLst>
            <pc:docMk/>
            <pc:sldMk cId="1632248956" sldId="270"/>
            <ac:spMk id="4" creationId="{F6474884-2E69-FB49-9891-A7F8CF919956}"/>
          </ac:spMkLst>
        </pc:spChg>
        <pc:spChg chg="add mod">
          <ac:chgData name="Jeia Tirante" userId="0ae0bb53663ec93f" providerId="LiveId" clId="{2C13E364-AD2A-5BFE-9846-C9CD05C5822E}" dt="2025-12-29T11:57:52.101" v="4642" actId="113"/>
          <ac:spMkLst>
            <pc:docMk/>
            <pc:sldMk cId="1632248956" sldId="270"/>
            <ac:spMk id="5" creationId="{B173F647-7EFB-2369-AD25-EC1A44905226}"/>
          </ac:spMkLst>
        </pc:spChg>
        <pc:spChg chg="add mod">
          <ac:chgData name="Jeia Tirante" userId="0ae0bb53663ec93f" providerId="LiveId" clId="{2C13E364-AD2A-5BFE-9846-C9CD05C5822E}" dt="2025-12-29T11:57:52.101" v="4642" actId="113"/>
          <ac:spMkLst>
            <pc:docMk/>
            <pc:sldMk cId="1632248956" sldId="270"/>
            <ac:spMk id="6" creationId="{526F781A-BEB1-7B50-8880-73E740D848CF}"/>
          </ac:spMkLst>
        </pc:spChg>
        <pc:spChg chg="add mod">
          <ac:chgData name="Jeia Tirante" userId="0ae0bb53663ec93f" providerId="LiveId" clId="{2C13E364-AD2A-5BFE-9846-C9CD05C5822E}" dt="2025-12-29T11:53:04.810" v="4557" actId="255"/>
          <ac:spMkLst>
            <pc:docMk/>
            <pc:sldMk cId="1632248956" sldId="270"/>
            <ac:spMk id="7" creationId="{3F3B5CCF-882D-63F6-9823-F7F128D8BD56}"/>
          </ac:spMkLst>
        </pc:spChg>
        <pc:cxnChg chg="add mod">
          <ac:chgData name="Jeia Tirante" userId="0ae0bb53663ec93f" providerId="LiveId" clId="{2C13E364-AD2A-5BFE-9846-C9CD05C5822E}" dt="2025-12-29T11:57:39.788" v="4640" actId="14100"/>
          <ac:cxnSpMkLst>
            <pc:docMk/>
            <pc:sldMk cId="1632248956" sldId="270"/>
            <ac:cxnSpMk id="8" creationId="{5CB8058D-EFCD-6E9C-7BA6-2CF4780D6B16}"/>
          </ac:cxnSpMkLst>
        </pc:cxnChg>
      </pc:sldChg>
      <pc:sldChg chg="addSp delSp modSp add mod setBg">
        <pc:chgData name="Jeia Tirante" userId="0ae0bb53663ec93f" providerId="LiveId" clId="{2C13E364-AD2A-5BFE-9846-C9CD05C5822E}" dt="2025-12-29T12:00:09.956" v="4680" actId="255"/>
        <pc:sldMkLst>
          <pc:docMk/>
          <pc:sldMk cId="2054205185" sldId="271"/>
        </pc:sldMkLst>
        <pc:spChg chg="mod">
          <ac:chgData name="Jeia Tirante" userId="0ae0bb53663ec93f" providerId="LiveId" clId="{2C13E364-AD2A-5BFE-9846-C9CD05C5822E}" dt="2025-12-29T12:00:09.956" v="4680" actId="255"/>
          <ac:spMkLst>
            <pc:docMk/>
            <pc:sldMk cId="2054205185" sldId="271"/>
            <ac:spMk id="2" creationId="{85F3D31C-23F2-4AE7-E606-6BB68C828E53}"/>
          </ac:spMkLst>
        </pc:spChg>
        <pc:spChg chg="del">
          <ac:chgData name="Jeia Tirante" userId="0ae0bb53663ec93f" providerId="LiveId" clId="{2C13E364-AD2A-5BFE-9846-C9CD05C5822E}" dt="2025-12-29T08:42:56.067" v="953" actId="478"/>
          <ac:spMkLst>
            <pc:docMk/>
            <pc:sldMk cId="2054205185" sldId="271"/>
            <ac:spMk id="3" creationId="{10F0F39D-A755-1E5C-54B0-ABF3FE829F21}"/>
          </ac:spMkLst>
        </pc:spChg>
        <pc:spChg chg="add mod">
          <ac:chgData name="Jeia Tirante" userId="0ae0bb53663ec93f" providerId="LiveId" clId="{2C13E364-AD2A-5BFE-9846-C9CD05C5822E}" dt="2025-12-29T11:21:38.454" v="4144" actId="26606"/>
          <ac:spMkLst>
            <pc:docMk/>
            <pc:sldMk cId="2054205185" sldId="271"/>
            <ac:spMk id="3" creationId="{3E7248AE-DABA-9F92-9F5B-249E67869B4A}"/>
          </ac:spMkLst>
        </pc:spChg>
        <pc:spChg chg="add del mod">
          <ac:chgData name="Jeia Tirante" userId="0ae0bb53663ec93f" providerId="LiveId" clId="{2C13E364-AD2A-5BFE-9846-C9CD05C5822E}" dt="2025-12-29T08:43:08.927" v="954" actId="3680"/>
          <ac:spMkLst>
            <pc:docMk/>
            <pc:sldMk cId="2054205185" sldId="271"/>
            <ac:spMk id="5" creationId="{02FA6709-97CA-A51F-FD5A-3203D1D3E41C}"/>
          </ac:spMkLst>
        </pc:spChg>
        <pc:spChg chg="add del mod">
          <ac:chgData name="Jeia Tirante" userId="0ae0bb53663ec93f" providerId="LiveId" clId="{2C13E364-AD2A-5BFE-9846-C9CD05C5822E}" dt="2025-12-29T11:21:15.947" v="4140" actId="478"/>
          <ac:spMkLst>
            <pc:docMk/>
            <pc:sldMk cId="2054205185" sldId="271"/>
            <ac:spMk id="7" creationId="{AB115161-C3FF-C0B1-D7EE-ADB9BDE3FA23}"/>
          </ac:spMkLst>
        </pc:spChg>
        <pc:spChg chg="add del">
          <ac:chgData name="Jeia Tirante" userId="0ae0bb53663ec93f" providerId="LiveId" clId="{2C13E364-AD2A-5BFE-9846-C9CD05C5822E}" dt="2025-12-29T11:09:02.445" v="3909" actId="26606"/>
          <ac:spMkLst>
            <pc:docMk/>
            <pc:sldMk cId="2054205185" sldId="271"/>
            <ac:spMk id="12" creationId="{7A976E23-29EC-4E20-9EF6-B7CC4A8210C3}"/>
          </ac:spMkLst>
        </pc:spChg>
        <pc:spChg chg="add del">
          <ac:chgData name="Jeia Tirante" userId="0ae0bb53663ec93f" providerId="LiveId" clId="{2C13E364-AD2A-5BFE-9846-C9CD05C5822E}" dt="2025-12-29T11:09:02.445" v="3909" actId="26606"/>
          <ac:spMkLst>
            <pc:docMk/>
            <pc:sldMk cId="2054205185" sldId="271"/>
            <ac:spMk id="14" creationId="{DF5FCEC6-E657-46F1-925F-13ED192124CE}"/>
          </ac:spMkLst>
        </pc:spChg>
        <pc:spChg chg="add del">
          <ac:chgData name="Jeia Tirante" userId="0ae0bb53663ec93f" providerId="LiveId" clId="{2C13E364-AD2A-5BFE-9846-C9CD05C5822E}" dt="2025-12-29T11:09:02.445" v="3909" actId="26606"/>
          <ac:spMkLst>
            <pc:docMk/>
            <pc:sldMk cId="2054205185" sldId="271"/>
            <ac:spMk id="24" creationId="{FF0BDB76-BCEC-498E-BA26-C763CD9FA3E7}"/>
          </ac:spMkLst>
        </pc:spChg>
        <pc:spChg chg="add del">
          <ac:chgData name="Jeia Tirante" userId="0ae0bb53663ec93f" providerId="LiveId" clId="{2C13E364-AD2A-5BFE-9846-C9CD05C5822E}" dt="2025-12-29T11:09:02.445" v="3909" actId="26606"/>
          <ac:spMkLst>
            <pc:docMk/>
            <pc:sldMk cId="2054205185" sldId="271"/>
            <ac:spMk id="32" creationId="{1452CEF2-C9EC-4C15-99E4-C781AB08AB91}"/>
          </ac:spMkLst>
        </pc:spChg>
        <pc:spChg chg="add del">
          <ac:chgData name="Jeia Tirante" userId="0ae0bb53663ec93f" providerId="LiveId" clId="{2C13E364-AD2A-5BFE-9846-C9CD05C5822E}" dt="2025-12-29T11:20:40.731" v="4133" actId="26606"/>
          <ac:spMkLst>
            <pc:docMk/>
            <pc:sldMk cId="2054205185" sldId="271"/>
            <ac:spMk id="49" creationId="{E8A8EAB8-D2FF-444D-B34B-7D32F106AD0E}"/>
          </ac:spMkLst>
        </pc:spChg>
        <pc:spChg chg="add del">
          <ac:chgData name="Jeia Tirante" userId="0ae0bb53663ec93f" providerId="LiveId" clId="{2C13E364-AD2A-5BFE-9846-C9CD05C5822E}" dt="2025-12-29T11:21:38.454" v="4144" actId="26606"/>
          <ac:spMkLst>
            <pc:docMk/>
            <pc:sldMk cId="2054205185" sldId="271"/>
            <ac:spMk id="58" creationId="{2B97F24A-32CE-4C1C-A50D-3016B394DCFB}"/>
          </ac:spMkLst>
        </pc:spChg>
        <pc:spChg chg="add del">
          <ac:chgData name="Jeia Tirante" userId="0ae0bb53663ec93f" providerId="LiveId" clId="{2C13E364-AD2A-5BFE-9846-C9CD05C5822E}" dt="2025-12-29T11:21:38.454" v="4144" actId="26606"/>
          <ac:spMkLst>
            <pc:docMk/>
            <pc:sldMk cId="2054205185" sldId="271"/>
            <ac:spMk id="60" creationId="{CD8B4F24-440B-49E9-B85D-733523DC064B}"/>
          </ac:spMkLst>
        </pc:spChg>
        <pc:spChg chg="add">
          <ac:chgData name="Jeia Tirante" userId="0ae0bb53663ec93f" providerId="LiveId" clId="{2C13E364-AD2A-5BFE-9846-C9CD05C5822E}" dt="2025-12-29T11:21:38.454" v="4144" actId="26606"/>
          <ac:spMkLst>
            <pc:docMk/>
            <pc:sldMk cId="2054205185" sldId="271"/>
            <ac:spMk id="65" creationId="{2B97F24A-32CE-4C1C-A50D-3016B394DCFB}"/>
          </ac:spMkLst>
        </pc:spChg>
        <pc:spChg chg="add">
          <ac:chgData name="Jeia Tirante" userId="0ae0bb53663ec93f" providerId="LiveId" clId="{2C13E364-AD2A-5BFE-9846-C9CD05C5822E}" dt="2025-12-29T11:21:38.454" v="4144" actId="26606"/>
          <ac:spMkLst>
            <pc:docMk/>
            <pc:sldMk cId="2054205185" sldId="271"/>
            <ac:spMk id="67" creationId="{CD8B4F24-440B-49E9-B85D-733523DC064B}"/>
          </ac:spMkLst>
        </pc:spChg>
        <pc:grpChg chg="add del">
          <ac:chgData name="Jeia Tirante" userId="0ae0bb53663ec93f" providerId="LiveId" clId="{2C13E364-AD2A-5BFE-9846-C9CD05C5822E}" dt="2025-12-29T11:09:02.445" v="3909" actId="26606"/>
          <ac:grpSpMkLst>
            <pc:docMk/>
            <pc:sldMk cId="2054205185" sldId="271"/>
            <ac:grpSpMk id="16" creationId="{E5BA8FCE-96F8-40B3-804C-10C27C02F41C}"/>
          </ac:grpSpMkLst>
        </pc:grpChg>
        <pc:grpChg chg="add">
          <ac:chgData name="Jeia Tirante" userId="0ae0bb53663ec93f" providerId="LiveId" clId="{2C13E364-AD2A-5BFE-9846-C9CD05C5822E}" dt="2025-12-29T11:07:36.262" v="3897" actId="26606"/>
          <ac:grpSpMkLst>
            <pc:docMk/>
            <pc:sldMk cId="2054205185" sldId="271"/>
            <ac:grpSpMk id="34" creationId="{600459E6-26A3-4EAC-A34C-D0792D88CC26}"/>
          </ac:grpSpMkLst>
        </pc:grpChg>
        <pc:grpChg chg="add del">
          <ac:chgData name="Jeia Tirante" userId="0ae0bb53663ec93f" providerId="LiveId" clId="{2C13E364-AD2A-5BFE-9846-C9CD05C5822E}" dt="2025-12-29T11:09:02.445" v="3909" actId="26606"/>
          <ac:grpSpMkLst>
            <pc:docMk/>
            <pc:sldMk cId="2054205185" sldId="271"/>
            <ac:grpSpMk id="40" creationId="{94F13521-5DF8-4DF5-A0B9-A718234B3AE9}"/>
          </ac:grpSpMkLst>
        </pc:grpChg>
        <pc:graphicFrameChg chg="add mod ord modGraphic">
          <ac:chgData name="Jeia Tirante" userId="0ae0bb53663ec93f" providerId="LiveId" clId="{2C13E364-AD2A-5BFE-9846-C9CD05C5822E}" dt="2025-12-29T11:24:07.567" v="4221" actId="20577"/>
          <ac:graphicFrameMkLst>
            <pc:docMk/>
            <pc:sldMk cId="2054205185" sldId="271"/>
            <ac:graphicFrameMk id="6" creationId="{13C2EF8C-34F1-EDA2-5CF4-85D2D708462D}"/>
          </ac:graphicFrameMkLst>
        </pc:graphicFrameChg>
        <pc:cxnChg chg="del">
          <ac:chgData name="Jeia Tirante" userId="0ae0bb53663ec93f" providerId="LiveId" clId="{2C13E364-AD2A-5BFE-9846-C9CD05C5822E}" dt="2025-12-29T11:20:40.731" v="4133" actId="26606"/>
          <ac:cxnSpMkLst>
            <pc:docMk/>
            <pc:sldMk cId="2054205185" sldId="271"/>
            <ac:cxnSpMk id="51" creationId="{EEA38897-7BA3-4408-8083-3235339C4A60}"/>
          </ac:cxnSpMkLst>
        </pc:cxnChg>
        <pc:cxnChg chg="del">
          <ac:chgData name="Jeia Tirante" userId="0ae0bb53663ec93f" providerId="LiveId" clId="{2C13E364-AD2A-5BFE-9846-C9CD05C5822E}" dt="2025-12-29T11:20:40.731" v="4133" actId="26606"/>
          <ac:cxnSpMkLst>
            <pc:docMk/>
            <pc:sldMk cId="2054205185" sldId="271"/>
            <ac:cxnSpMk id="53" creationId="{F11AD06B-AB20-4097-8606-5DA00DBACE88}"/>
          </ac:cxnSpMkLst>
        </pc:cxnChg>
      </pc:sldChg>
      <pc:sldChg chg="addSp delSp modSp new del mod">
        <pc:chgData name="Jeia Tirante" userId="0ae0bb53663ec93f" providerId="LiveId" clId="{2C13E364-AD2A-5BFE-9846-C9CD05C5822E}" dt="2025-12-29T10:52:34.280" v="3800" actId="2696"/>
        <pc:sldMkLst>
          <pc:docMk/>
          <pc:sldMk cId="1158997096" sldId="272"/>
        </pc:sldMkLst>
        <pc:spChg chg="mod">
          <ac:chgData name="Jeia Tirante" userId="0ae0bb53663ec93f" providerId="LiveId" clId="{2C13E364-AD2A-5BFE-9846-C9CD05C5822E}" dt="2025-12-29T09:03:02.107" v="1717"/>
          <ac:spMkLst>
            <pc:docMk/>
            <pc:sldMk cId="1158997096" sldId="272"/>
            <ac:spMk id="2" creationId="{41139B41-EBC2-6545-BD1F-ADAC654D383A}"/>
          </ac:spMkLst>
        </pc:spChg>
        <pc:spChg chg="del">
          <ac:chgData name="Jeia Tirante" userId="0ae0bb53663ec93f" providerId="LiveId" clId="{2C13E364-AD2A-5BFE-9846-C9CD05C5822E}" dt="2025-12-29T09:01:46.070" v="1681" actId="478"/>
          <ac:spMkLst>
            <pc:docMk/>
            <pc:sldMk cId="1158997096" sldId="272"/>
            <ac:spMk id="3" creationId="{53F5E64D-E47B-4EF3-CC22-A5A74A016354}"/>
          </ac:spMkLst>
        </pc:spChg>
        <pc:spChg chg="add mod">
          <ac:chgData name="Jeia Tirante" userId="0ae0bb53663ec93f" providerId="LiveId" clId="{2C13E364-AD2A-5BFE-9846-C9CD05C5822E}" dt="2025-12-29T10:07:04.494" v="2630" actId="255"/>
          <ac:spMkLst>
            <pc:docMk/>
            <pc:sldMk cId="1158997096" sldId="272"/>
            <ac:spMk id="4" creationId="{E4F6B115-3125-627D-65F7-18B74CDC58D3}"/>
          </ac:spMkLst>
        </pc:spChg>
        <pc:picChg chg="add mod">
          <ac:chgData name="Jeia Tirante" userId="0ae0bb53663ec93f" providerId="LiveId" clId="{2C13E364-AD2A-5BFE-9846-C9CD05C5822E}" dt="2025-12-29T09:03:30.671" v="1719" actId="1076"/>
          <ac:picMkLst>
            <pc:docMk/>
            <pc:sldMk cId="1158997096" sldId="272"/>
            <ac:picMk id="1026" creationId="{A1819406-5D29-698C-2CBE-FC886045FF20}"/>
          </ac:picMkLst>
        </pc:picChg>
      </pc:sldChg>
      <pc:sldChg chg="addSp delSp modSp add del mod setBg">
        <pc:chgData name="Jeia Tirante" userId="0ae0bb53663ec93f" providerId="LiveId" clId="{2C13E364-AD2A-5BFE-9846-C9CD05C5822E}" dt="2025-12-29T11:26:37.009" v="4276" actId="2696"/>
        <pc:sldMkLst>
          <pc:docMk/>
          <pc:sldMk cId="2164756168" sldId="273"/>
        </pc:sldMkLst>
        <pc:spChg chg="mod">
          <ac:chgData name="Jeia Tirante" userId="0ae0bb53663ec93f" providerId="LiveId" clId="{2C13E364-AD2A-5BFE-9846-C9CD05C5822E}" dt="2025-12-29T11:08:08.829" v="3901" actId="26606"/>
          <ac:spMkLst>
            <pc:docMk/>
            <pc:sldMk cId="2164756168" sldId="273"/>
            <ac:spMk id="2" creationId="{A77AF1AE-3632-337D-47F4-E6E036734B3A}"/>
          </ac:spMkLst>
        </pc:spChg>
        <pc:spChg chg="add mod">
          <ac:chgData name="Jeia Tirante" userId="0ae0bb53663ec93f" providerId="LiveId" clId="{2C13E364-AD2A-5BFE-9846-C9CD05C5822E}" dt="2025-12-29T11:26:02.095" v="4268" actId="21"/>
          <ac:spMkLst>
            <pc:docMk/>
            <pc:sldMk cId="2164756168" sldId="273"/>
            <ac:spMk id="4" creationId="{C8648AD9-0251-0DF3-22B7-6D5F06EDC518}"/>
          </ac:spMkLst>
        </pc:spChg>
        <pc:spChg chg="add del mod">
          <ac:chgData name="Jeia Tirante" userId="0ae0bb53663ec93f" providerId="LiveId" clId="{2C13E364-AD2A-5BFE-9846-C9CD05C5822E}" dt="2025-12-29T11:26:02.095" v="4268" actId="21"/>
          <ac:spMkLst>
            <pc:docMk/>
            <pc:sldMk cId="2164756168" sldId="273"/>
            <ac:spMk id="5" creationId="{2E562B44-6D1E-E4D0-05D9-8C1304F21926}"/>
          </ac:spMkLst>
        </pc:spChg>
        <pc:spChg chg="add">
          <ac:chgData name="Jeia Tirante" userId="0ae0bb53663ec93f" providerId="LiveId" clId="{2C13E364-AD2A-5BFE-9846-C9CD05C5822E}" dt="2025-12-29T11:08:08.829" v="3901" actId="26606"/>
          <ac:spMkLst>
            <pc:docMk/>
            <pc:sldMk cId="2164756168" sldId="273"/>
            <ac:spMk id="1033" creationId="{E8A8EAB8-D2FF-444D-B34B-7D32F106AD0E}"/>
          </ac:spMkLst>
        </pc:spChg>
        <pc:graphicFrameChg chg="del">
          <ac:chgData name="Jeia Tirante" userId="0ae0bb53663ec93f" providerId="LiveId" clId="{2C13E364-AD2A-5BFE-9846-C9CD05C5822E}" dt="2025-12-29T09:40:50.065" v="2262" actId="478"/>
          <ac:graphicFrameMkLst>
            <pc:docMk/>
            <pc:sldMk cId="2164756168" sldId="273"/>
            <ac:graphicFrameMk id="4" creationId="{9AE22C5D-94EF-9786-81B5-1864C9556AF4}"/>
          </ac:graphicFrameMkLst>
        </pc:graphicFrameChg>
        <pc:picChg chg="add mod">
          <ac:chgData name="Jeia Tirante" userId="0ae0bb53663ec93f" providerId="LiveId" clId="{2C13E364-AD2A-5BFE-9846-C9CD05C5822E}" dt="2025-12-29T09:41:01.692" v="2266"/>
          <ac:picMkLst>
            <pc:docMk/>
            <pc:sldMk cId="2164756168" sldId="273"/>
            <ac:picMk id="1026" creationId="{E43741AC-E0FD-6C0A-DC9F-A065A151FA77}"/>
          </ac:picMkLst>
        </pc:picChg>
        <pc:picChg chg="add del mod">
          <ac:chgData name="Jeia Tirante" userId="0ae0bb53663ec93f" providerId="LiveId" clId="{2C13E364-AD2A-5BFE-9846-C9CD05C5822E}" dt="2025-12-29T11:25:42.309" v="4239" actId="21"/>
          <ac:picMkLst>
            <pc:docMk/>
            <pc:sldMk cId="2164756168" sldId="273"/>
            <ac:picMk id="1028" creationId="{1F0C172F-72A5-3785-8AA2-67A76B0F3E4E}"/>
          </ac:picMkLst>
        </pc:picChg>
        <pc:cxnChg chg="add">
          <ac:chgData name="Jeia Tirante" userId="0ae0bb53663ec93f" providerId="LiveId" clId="{2C13E364-AD2A-5BFE-9846-C9CD05C5822E}" dt="2025-12-29T11:08:08.829" v="3901" actId="26606"/>
          <ac:cxnSpMkLst>
            <pc:docMk/>
            <pc:sldMk cId="2164756168" sldId="273"/>
            <ac:cxnSpMk id="1035" creationId="{EEA38897-7BA3-4408-8083-3235339C4A60}"/>
          </ac:cxnSpMkLst>
        </pc:cxnChg>
        <pc:cxnChg chg="add">
          <ac:chgData name="Jeia Tirante" userId="0ae0bb53663ec93f" providerId="LiveId" clId="{2C13E364-AD2A-5BFE-9846-C9CD05C5822E}" dt="2025-12-29T11:08:08.829" v="3901" actId="26606"/>
          <ac:cxnSpMkLst>
            <pc:docMk/>
            <pc:sldMk cId="2164756168" sldId="273"/>
            <ac:cxnSpMk id="1037" creationId="{F11AD06B-AB20-4097-8606-5DA00DBACE88}"/>
          </ac:cxnSpMkLst>
        </pc:cxnChg>
      </pc:sldChg>
      <pc:sldChg chg="add del">
        <pc:chgData name="Jeia Tirante" userId="0ae0bb53663ec93f" providerId="LiveId" clId="{2C13E364-AD2A-5BFE-9846-C9CD05C5822E}" dt="2025-12-29T10:38:34.362" v="3250" actId="2696"/>
        <pc:sldMkLst>
          <pc:docMk/>
          <pc:sldMk cId="1084021249" sldId="274"/>
        </pc:sldMkLst>
      </pc:sldChg>
      <pc:sldChg chg="addSp modSp new mod">
        <pc:chgData name="Jeia Tirante" userId="0ae0bb53663ec93f" providerId="LiveId" clId="{2C13E364-AD2A-5BFE-9846-C9CD05C5822E}" dt="2025-12-29T11:59:53.969" v="4678" actId="404"/>
        <pc:sldMkLst>
          <pc:docMk/>
          <pc:sldMk cId="4031863553" sldId="275"/>
        </pc:sldMkLst>
        <pc:spChg chg="mod">
          <ac:chgData name="Jeia Tirante" userId="0ae0bb53663ec93f" providerId="LiveId" clId="{2C13E364-AD2A-5BFE-9846-C9CD05C5822E}" dt="2025-12-29T11:59:53.969" v="4678" actId="404"/>
          <ac:spMkLst>
            <pc:docMk/>
            <pc:sldMk cId="4031863553" sldId="275"/>
            <ac:spMk id="2" creationId="{B06758AE-BD2D-3FE6-9EC9-24A03488B4C7}"/>
          </ac:spMkLst>
        </pc:spChg>
        <pc:spChg chg="mod">
          <ac:chgData name="Jeia Tirante" userId="0ae0bb53663ec93f" providerId="LiveId" clId="{2C13E364-AD2A-5BFE-9846-C9CD05C5822E}" dt="2025-12-29T11:56:47.363" v="4631" actId="1036"/>
          <ac:spMkLst>
            <pc:docMk/>
            <pc:sldMk cId="4031863553" sldId="275"/>
            <ac:spMk id="3" creationId="{3A5C7219-CAD4-C5EE-8A18-53C35F6F391C}"/>
          </ac:spMkLst>
        </pc:spChg>
        <pc:spChg chg="mod">
          <ac:chgData name="Jeia Tirante" userId="0ae0bb53663ec93f" providerId="LiveId" clId="{2C13E364-AD2A-5BFE-9846-C9CD05C5822E}" dt="2025-12-29T11:58:31.515" v="4663" actId="1035"/>
          <ac:spMkLst>
            <pc:docMk/>
            <pc:sldMk cId="4031863553" sldId="275"/>
            <ac:spMk id="4" creationId="{03A32FC9-B090-856A-3DDF-1907475F1FCA}"/>
          </ac:spMkLst>
        </pc:spChg>
        <pc:spChg chg="mod">
          <ac:chgData name="Jeia Tirante" userId="0ae0bb53663ec93f" providerId="LiveId" clId="{2C13E364-AD2A-5BFE-9846-C9CD05C5822E}" dt="2025-12-29T11:56:47.363" v="4631" actId="1036"/>
          <ac:spMkLst>
            <pc:docMk/>
            <pc:sldMk cId="4031863553" sldId="275"/>
            <ac:spMk id="5" creationId="{013169F7-3F95-9D03-81A3-4F55A3DB52CA}"/>
          </ac:spMkLst>
        </pc:spChg>
        <pc:spChg chg="mod">
          <ac:chgData name="Jeia Tirante" userId="0ae0bb53663ec93f" providerId="LiveId" clId="{2C13E364-AD2A-5BFE-9846-C9CD05C5822E}" dt="2025-12-29T11:58:31.515" v="4663" actId="1035"/>
          <ac:spMkLst>
            <pc:docMk/>
            <pc:sldMk cId="4031863553" sldId="275"/>
            <ac:spMk id="6" creationId="{213C8B30-ED8D-815D-9A0E-4348FFC18FB3}"/>
          </ac:spMkLst>
        </pc:spChg>
        <pc:cxnChg chg="add mod">
          <ac:chgData name="Jeia Tirante" userId="0ae0bb53663ec93f" providerId="LiveId" clId="{2C13E364-AD2A-5BFE-9846-C9CD05C5822E}" dt="2025-12-29T11:57:28.491" v="4637" actId="1076"/>
          <ac:cxnSpMkLst>
            <pc:docMk/>
            <pc:sldMk cId="4031863553" sldId="275"/>
            <ac:cxnSpMk id="7" creationId="{FD25EBF2-079B-A30D-6B7D-A33B71DDBA36}"/>
          </ac:cxnSpMkLst>
        </pc:cxnChg>
      </pc:sldChg>
      <pc:sldChg chg="modSp add mod setBg">
        <pc:chgData name="Jeia Tirante" userId="0ae0bb53663ec93f" providerId="LiveId" clId="{2C13E364-AD2A-5BFE-9846-C9CD05C5822E}" dt="2025-12-29T12:02:45.822" v="4714" actId="1037"/>
        <pc:sldMkLst>
          <pc:docMk/>
          <pc:sldMk cId="2229610723" sldId="276"/>
        </pc:sldMkLst>
        <pc:spChg chg="mod">
          <ac:chgData name="Jeia Tirante" userId="0ae0bb53663ec93f" providerId="LiveId" clId="{2C13E364-AD2A-5BFE-9846-C9CD05C5822E}" dt="2025-12-29T12:02:23.233" v="4697" actId="255"/>
          <ac:spMkLst>
            <pc:docMk/>
            <pc:sldMk cId="2229610723" sldId="276"/>
            <ac:spMk id="2" creationId="{8C5B1C12-FE91-C688-62CA-C5ECC5948489}"/>
          </ac:spMkLst>
        </pc:spChg>
        <pc:spChg chg="mod">
          <ac:chgData name="Jeia Tirante" userId="0ae0bb53663ec93f" providerId="LiveId" clId="{2C13E364-AD2A-5BFE-9846-C9CD05C5822E}" dt="2025-12-29T12:02:45.822" v="4714" actId="1037"/>
          <ac:spMkLst>
            <pc:docMk/>
            <pc:sldMk cId="2229610723" sldId="276"/>
            <ac:spMk id="3" creationId="{E7D949DE-8985-5210-E9E7-2FA0F5F7D0F3}"/>
          </ac:spMkLst>
        </pc:spChg>
        <pc:spChg chg="mod">
          <ac:chgData name="Jeia Tirante" userId="0ae0bb53663ec93f" providerId="LiveId" clId="{2C13E364-AD2A-5BFE-9846-C9CD05C5822E}" dt="2025-12-29T12:02:45.822" v="4714" actId="1037"/>
          <ac:spMkLst>
            <pc:docMk/>
            <pc:sldMk cId="2229610723" sldId="276"/>
            <ac:spMk id="7" creationId="{FE76E047-2B29-AE2C-BCA0-82E09010C584}"/>
          </ac:spMkLst>
        </pc:spChg>
        <pc:spChg chg="mod">
          <ac:chgData name="Jeia Tirante" userId="0ae0bb53663ec93f" providerId="LiveId" clId="{2C13E364-AD2A-5BFE-9846-C9CD05C5822E}" dt="2025-12-29T12:02:45.822" v="4714" actId="1037"/>
          <ac:spMkLst>
            <pc:docMk/>
            <pc:sldMk cId="2229610723" sldId="276"/>
            <ac:spMk id="11" creationId="{F6B1C40C-F6B4-470F-9E9B-0E96B88C2CE9}"/>
          </ac:spMkLst>
        </pc:spChg>
        <pc:spChg chg="mod">
          <ac:chgData name="Jeia Tirante" userId="0ae0bb53663ec93f" providerId="LiveId" clId="{2C13E364-AD2A-5BFE-9846-C9CD05C5822E}" dt="2025-12-29T12:02:45.822" v="4714" actId="1037"/>
          <ac:spMkLst>
            <pc:docMk/>
            <pc:sldMk cId="2229610723" sldId="276"/>
            <ac:spMk id="12" creationId="{55375C8B-37CA-521F-3A4B-33CB51062AAC}"/>
          </ac:spMkLst>
        </pc:spChg>
        <pc:spChg chg="mod">
          <ac:chgData name="Jeia Tirante" userId="0ae0bb53663ec93f" providerId="LiveId" clId="{2C13E364-AD2A-5BFE-9846-C9CD05C5822E}" dt="2025-12-29T12:02:45.822" v="4714" actId="1037"/>
          <ac:spMkLst>
            <pc:docMk/>
            <pc:sldMk cId="2229610723" sldId="276"/>
            <ac:spMk id="19" creationId="{423E6C0A-86ED-1E9A-6C50-8B4D56336024}"/>
          </ac:spMkLst>
        </pc:spChg>
        <pc:graphicFrameChg chg="mod">
          <ac:chgData name="Jeia Tirante" userId="0ae0bb53663ec93f" providerId="LiveId" clId="{2C13E364-AD2A-5BFE-9846-C9CD05C5822E}" dt="2025-12-29T12:02:45.822" v="4714" actId="1037"/>
          <ac:graphicFrameMkLst>
            <pc:docMk/>
            <pc:sldMk cId="2229610723" sldId="276"/>
            <ac:graphicFrameMk id="8" creationId="{720ACBEF-AB27-AA91-1C94-F27DC366439D}"/>
          </ac:graphicFrameMkLst>
        </pc:graphicFrameChg>
        <pc:picChg chg="mod">
          <ac:chgData name="Jeia Tirante" userId="0ae0bb53663ec93f" providerId="LiveId" clId="{2C13E364-AD2A-5BFE-9846-C9CD05C5822E}" dt="2025-12-29T12:02:45.822" v="4714" actId="1037"/>
          <ac:picMkLst>
            <pc:docMk/>
            <pc:sldMk cId="2229610723" sldId="276"/>
            <ac:picMk id="16" creationId="{31D2E359-5B97-233D-CC3A-4AB0CE31255F}"/>
          </ac:picMkLst>
        </pc:picChg>
        <pc:picChg chg="mod">
          <ac:chgData name="Jeia Tirante" userId="0ae0bb53663ec93f" providerId="LiveId" clId="{2C13E364-AD2A-5BFE-9846-C9CD05C5822E}" dt="2025-12-29T12:02:45.822" v="4714" actId="1037"/>
          <ac:picMkLst>
            <pc:docMk/>
            <pc:sldMk cId="2229610723" sldId="276"/>
            <ac:picMk id="18" creationId="{4AE7B39D-59C6-1C31-8E43-1F164010F4C3}"/>
          </ac:picMkLst>
        </pc:picChg>
        <pc:cxnChg chg="mod">
          <ac:chgData name="Jeia Tirante" userId="0ae0bb53663ec93f" providerId="LiveId" clId="{2C13E364-AD2A-5BFE-9846-C9CD05C5822E}" dt="2025-12-29T12:02:45.822" v="4714" actId="1037"/>
          <ac:cxnSpMkLst>
            <pc:docMk/>
            <pc:sldMk cId="2229610723" sldId="276"/>
            <ac:cxnSpMk id="14" creationId="{9010DA93-81BE-981F-4CB4-B27BEA76C6F8}"/>
          </ac:cxnSpMkLst>
        </pc:cxnChg>
        <pc:cxnChg chg="mod">
          <ac:chgData name="Jeia Tirante" userId="0ae0bb53663ec93f" providerId="LiveId" clId="{2C13E364-AD2A-5BFE-9846-C9CD05C5822E}" dt="2025-12-29T12:02:45.822" v="4714" actId="1037"/>
          <ac:cxnSpMkLst>
            <pc:docMk/>
            <pc:sldMk cId="2229610723" sldId="276"/>
            <ac:cxnSpMk id="17" creationId="{B12BE27A-F423-CA33-DD41-735659C0C02F}"/>
          </ac:cxnSpMkLst>
        </pc:cxnChg>
      </pc:sldChg>
      <pc:sldChg chg="addSp delSp modSp add del mod">
        <pc:chgData name="Jeia Tirante" userId="0ae0bb53663ec93f" providerId="LiveId" clId="{2C13E364-AD2A-5BFE-9846-C9CD05C5822E}" dt="2025-12-29T11:25:17.284" v="4235" actId="2696"/>
        <pc:sldMkLst>
          <pc:docMk/>
          <pc:sldMk cId="3126067383" sldId="277"/>
        </pc:sldMkLst>
        <pc:spChg chg="mod">
          <ac:chgData name="Jeia Tirante" userId="0ae0bb53663ec93f" providerId="LiveId" clId="{2C13E364-AD2A-5BFE-9846-C9CD05C5822E}" dt="2025-12-29T11:09:31.396" v="3934" actId="20577"/>
          <ac:spMkLst>
            <pc:docMk/>
            <pc:sldMk cId="3126067383" sldId="277"/>
            <ac:spMk id="2" creationId="{6DA941EF-526A-E658-45E7-C19EE90D2A14}"/>
          </ac:spMkLst>
        </pc:spChg>
        <pc:spChg chg="add del mod">
          <ac:chgData name="Jeia Tirante" userId="0ae0bb53663ec93f" providerId="LiveId" clId="{2C13E364-AD2A-5BFE-9846-C9CD05C5822E}" dt="2025-12-29T11:10:10.859" v="3938" actId="478"/>
          <ac:spMkLst>
            <pc:docMk/>
            <pc:sldMk cId="3126067383" sldId="277"/>
            <ac:spMk id="4" creationId="{B3E3034C-CC72-AE63-7629-4AD3DE437A4A}"/>
          </ac:spMkLst>
        </pc:spChg>
        <pc:spChg chg="del">
          <ac:chgData name="Jeia Tirante" userId="0ae0bb53663ec93f" providerId="LiveId" clId="{2C13E364-AD2A-5BFE-9846-C9CD05C5822E}" dt="2025-12-29T11:09:50.501" v="3937" actId="26606"/>
          <ac:spMkLst>
            <pc:docMk/>
            <pc:sldMk cId="3126067383" sldId="277"/>
            <ac:spMk id="7" creationId="{0392EC7D-1F7E-EA74-28AD-1D93F0ACC555}"/>
          </ac:spMkLst>
        </pc:spChg>
        <pc:spChg chg="add del mod">
          <ac:chgData name="Jeia Tirante" userId="0ae0bb53663ec93f" providerId="LiveId" clId="{2C13E364-AD2A-5BFE-9846-C9CD05C5822E}" dt="2025-12-29T11:10:13.560" v="3939" actId="478"/>
          <ac:spMkLst>
            <pc:docMk/>
            <pc:sldMk cId="3126067383" sldId="277"/>
            <ac:spMk id="9" creationId="{E212843C-1CDD-DD0B-CE70-B83A4815BC40}"/>
          </ac:spMkLst>
        </pc:spChg>
        <pc:spChg chg="add mod">
          <ac:chgData name="Jeia Tirante" userId="0ae0bb53663ec93f" providerId="LiveId" clId="{2C13E364-AD2A-5BFE-9846-C9CD05C5822E}" dt="2025-12-29T11:22:41.913" v="4176" actId="21"/>
          <ac:spMkLst>
            <pc:docMk/>
            <pc:sldMk cId="3126067383" sldId="277"/>
            <ac:spMk id="11" creationId="{6EAB9F86-BEE4-37DA-60EA-60D6175C27ED}"/>
          </ac:spMkLst>
        </pc:spChg>
        <pc:spChg chg="del">
          <ac:chgData name="Jeia Tirante" userId="0ae0bb53663ec93f" providerId="LiveId" clId="{2C13E364-AD2A-5BFE-9846-C9CD05C5822E}" dt="2025-12-29T11:09:50.501" v="3937" actId="26606"/>
          <ac:spMkLst>
            <pc:docMk/>
            <pc:sldMk cId="3126067383" sldId="277"/>
            <ac:spMk id="49" creationId="{32EB01B2-812E-B436-5B38-C7CCF540331A}"/>
          </ac:spMkLst>
        </pc:spChg>
        <pc:spChg chg="add">
          <ac:chgData name="Jeia Tirante" userId="0ae0bb53663ec93f" providerId="LiveId" clId="{2C13E364-AD2A-5BFE-9846-C9CD05C5822E}" dt="2025-12-29T11:09:50.501" v="3937" actId="26606"/>
          <ac:spMkLst>
            <pc:docMk/>
            <pc:sldMk cId="3126067383" sldId="277"/>
            <ac:spMk id="58" creationId="{E8A8EAB8-D2FF-444D-B34B-7D32F106AD0E}"/>
          </ac:spMkLst>
        </pc:spChg>
        <pc:graphicFrameChg chg="add mod modGraphic">
          <ac:chgData name="Jeia Tirante" userId="0ae0bb53663ec93f" providerId="LiveId" clId="{2C13E364-AD2A-5BFE-9846-C9CD05C5822E}" dt="2025-12-29T11:09:50.501" v="3937" actId="26606"/>
          <ac:graphicFrameMkLst>
            <pc:docMk/>
            <pc:sldMk cId="3126067383" sldId="277"/>
            <ac:graphicFrameMk id="5" creationId="{FFBF41B8-DDCE-AD74-AD91-8D27FA9388EF}"/>
          </ac:graphicFrameMkLst>
        </pc:graphicFrameChg>
        <pc:graphicFrameChg chg="del">
          <ac:chgData name="Jeia Tirante" userId="0ae0bb53663ec93f" providerId="LiveId" clId="{2C13E364-AD2A-5BFE-9846-C9CD05C5822E}" dt="2025-12-29T11:09:44.826" v="3935" actId="478"/>
          <ac:graphicFrameMkLst>
            <pc:docMk/>
            <pc:sldMk cId="3126067383" sldId="277"/>
            <ac:graphicFrameMk id="6" creationId="{D4F6A050-38B5-CDDF-95A4-D56B578B4F03}"/>
          </ac:graphicFrameMkLst>
        </pc:graphicFrameChg>
        <pc:picChg chg="add del mod">
          <ac:chgData name="Jeia Tirante" userId="0ae0bb53663ec93f" providerId="LiveId" clId="{2C13E364-AD2A-5BFE-9846-C9CD05C5822E}" dt="2025-12-29T11:22:41.913" v="4176" actId="21"/>
          <ac:picMkLst>
            <pc:docMk/>
            <pc:sldMk cId="3126067383" sldId="277"/>
            <ac:picMk id="10" creationId="{75017766-91E9-12C8-9D17-A084F2C17B31}"/>
          </ac:picMkLst>
        </pc:picChg>
        <pc:cxnChg chg="del">
          <ac:chgData name="Jeia Tirante" userId="0ae0bb53663ec93f" providerId="LiveId" clId="{2C13E364-AD2A-5BFE-9846-C9CD05C5822E}" dt="2025-12-29T11:09:50.501" v="3937" actId="26606"/>
          <ac:cxnSpMkLst>
            <pc:docMk/>
            <pc:sldMk cId="3126067383" sldId="277"/>
            <ac:cxnSpMk id="51" creationId="{A2B29D97-4993-7A2F-ECEA-C8B0EF8B01E0}"/>
          </ac:cxnSpMkLst>
        </pc:cxnChg>
        <pc:cxnChg chg="del">
          <ac:chgData name="Jeia Tirante" userId="0ae0bb53663ec93f" providerId="LiveId" clId="{2C13E364-AD2A-5BFE-9846-C9CD05C5822E}" dt="2025-12-29T11:09:50.501" v="3937" actId="26606"/>
          <ac:cxnSpMkLst>
            <pc:docMk/>
            <pc:sldMk cId="3126067383" sldId="277"/>
            <ac:cxnSpMk id="53" creationId="{F9D5A1CE-44B3-80B9-C939-622389EFC46E}"/>
          </ac:cxnSpMkLst>
        </pc:cxnChg>
        <pc:cxnChg chg="add">
          <ac:chgData name="Jeia Tirante" userId="0ae0bb53663ec93f" providerId="LiveId" clId="{2C13E364-AD2A-5BFE-9846-C9CD05C5822E}" dt="2025-12-29T11:09:50.501" v="3937" actId="26606"/>
          <ac:cxnSpMkLst>
            <pc:docMk/>
            <pc:sldMk cId="3126067383" sldId="277"/>
            <ac:cxnSpMk id="60" creationId="{EEA38897-7BA3-4408-8083-3235339C4A60}"/>
          </ac:cxnSpMkLst>
        </pc:cxnChg>
        <pc:cxnChg chg="add">
          <ac:chgData name="Jeia Tirante" userId="0ae0bb53663ec93f" providerId="LiveId" clId="{2C13E364-AD2A-5BFE-9846-C9CD05C5822E}" dt="2025-12-29T11:09:50.501" v="3937" actId="26606"/>
          <ac:cxnSpMkLst>
            <pc:docMk/>
            <pc:sldMk cId="3126067383" sldId="277"/>
            <ac:cxnSpMk id="62" creationId="{F11AD06B-AB20-4097-8606-5DA00DBACE88}"/>
          </ac:cxnSpMkLst>
        </pc:cxnChg>
      </pc:sldChg>
      <pc:sldChg chg="addSp delSp add del setBg delDesignElem">
        <pc:chgData name="Jeia Tirante" userId="0ae0bb53663ec93f" providerId="LiveId" clId="{2C13E364-AD2A-5BFE-9846-C9CD05C5822E}" dt="2025-12-29T11:09:18.105" v="3912"/>
        <pc:sldMkLst>
          <pc:docMk/>
          <pc:sldMk cId="3143460859" sldId="277"/>
        </pc:sldMkLst>
        <pc:spChg chg="add del">
          <ac:chgData name="Jeia Tirante" userId="0ae0bb53663ec93f" providerId="LiveId" clId="{2C13E364-AD2A-5BFE-9846-C9CD05C5822E}" dt="2025-12-29T11:09:18.105" v="3912"/>
          <ac:spMkLst>
            <pc:docMk/>
            <pc:sldMk cId="3143460859" sldId="277"/>
            <ac:spMk id="49" creationId="{2827AEC3-ED02-D665-4D01-D0D0AD50334A}"/>
          </ac:spMkLst>
        </pc:spChg>
        <pc:cxnChg chg="add del">
          <ac:chgData name="Jeia Tirante" userId="0ae0bb53663ec93f" providerId="LiveId" clId="{2C13E364-AD2A-5BFE-9846-C9CD05C5822E}" dt="2025-12-29T11:09:18.105" v="3912"/>
          <ac:cxnSpMkLst>
            <pc:docMk/>
            <pc:sldMk cId="3143460859" sldId="277"/>
            <ac:cxnSpMk id="51" creationId="{168068FC-F449-7EC8-0523-F4F65BF577D6}"/>
          </ac:cxnSpMkLst>
        </pc:cxnChg>
        <pc:cxnChg chg="add del">
          <ac:chgData name="Jeia Tirante" userId="0ae0bb53663ec93f" providerId="LiveId" clId="{2C13E364-AD2A-5BFE-9846-C9CD05C5822E}" dt="2025-12-29T11:09:18.105" v="3912"/>
          <ac:cxnSpMkLst>
            <pc:docMk/>
            <pc:sldMk cId="3143460859" sldId="277"/>
            <ac:cxnSpMk id="53" creationId="{10C407A4-60F3-EE62-C7DA-6E3F1B70450C}"/>
          </ac:cxnSpMkLst>
        </pc:cxnChg>
      </pc:sldChg>
      <pc:sldChg chg="new del">
        <pc:chgData name="Jeia Tirante" userId="0ae0bb53663ec93f" providerId="LiveId" clId="{2C13E364-AD2A-5BFE-9846-C9CD05C5822E}" dt="2025-12-29T11:15:05.515" v="3970" actId="2696"/>
        <pc:sldMkLst>
          <pc:docMk/>
          <pc:sldMk cId="2225644577" sldId="278"/>
        </pc:sldMkLst>
      </pc:sldChg>
      <pc:sldChg chg="addSp delSp modSp new mod setBg">
        <pc:chgData name="Jeia Tirante" userId="0ae0bb53663ec93f" providerId="LiveId" clId="{2C13E364-AD2A-5BFE-9846-C9CD05C5822E}" dt="2025-12-29T11:20:23.146" v="4131" actId="26606"/>
        <pc:sldMkLst>
          <pc:docMk/>
          <pc:sldMk cId="739436334" sldId="279"/>
        </pc:sldMkLst>
        <pc:spChg chg="mod">
          <ac:chgData name="Jeia Tirante" userId="0ae0bb53663ec93f" providerId="LiveId" clId="{2C13E364-AD2A-5BFE-9846-C9CD05C5822E}" dt="2025-12-29T11:20:23.146" v="4131" actId="26606"/>
          <ac:spMkLst>
            <pc:docMk/>
            <pc:sldMk cId="739436334" sldId="279"/>
            <ac:spMk id="2" creationId="{62EB97E9-5BB9-5AE4-D346-52BA2F3A7DE7}"/>
          </ac:spMkLst>
        </pc:spChg>
        <pc:spChg chg="mod">
          <ac:chgData name="Jeia Tirante" userId="0ae0bb53663ec93f" providerId="LiveId" clId="{2C13E364-AD2A-5BFE-9846-C9CD05C5822E}" dt="2025-12-29T11:20:23.146" v="4131" actId="26606"/>
          <ac:spMkLst>
            <pc:docMk/>
            <pc:sldMk cId="739436334" sldId="279"/>
            <ac:spMk id="3" creationId="{AC5834CC-D715-32D2-1692-249CF663C88C}"/>
          </ac:spMkLst>
        </pc:spChg>
        <pc:spChg chg="add del">
          <ac:chgData name="Jeia Tirante" userId="0ae0bb53663ec93f" providerId="LiveId" clId="{2C13E364-AD2A-5BFE-9846-C9CD05C5822E}" dt="2025-12-29T11:20:23.146" v="4131" actId="26606"/>
          <ac:spMkLst>
            <pc:docMk/>
            <pc:sldMk cId="739436334" sldId="279"/>
            <ac:spMk id="9" creationId="{3AD630B4-4CCC-7B1D-1803-DAED942D7E50}"/>
          </ac:spMkLst>
        </pc:spChg>
        <pc:spChg chg="add">
          <ac:chgData name="Jeia Tirante" userId="0ae0bb53663ec93f" providerId="LiveId" clId="{2C13E364-AD2A-5BFE-9846-C9CD05C5822E}" dt="2025-12-29T11:20:23.146" v="4131" actId="26606"/>
          <ac:spMkLst>
            <pc:docMk/>
            <pc:sldMk cId="739436334" sldId="279"/>
            <ac:spMk id="16" creationId="{657F69E0-C4B0-4BEC-A689-4F8D877F05D4}"/>
          </ac:spMkLst>
        </pc:spChg>
        <pc:spChg chg="add">
          <ac:chgData name="Jeia Tirante" userId="0ae0bb53663ec93f" providerId="LiveId" clId="{2C13E364-AD2A-5BFE-9846-C9CD05C5822E}" dt="2025-12-29T11:20:23.146" v="4131" actId="26606"/>
          <ac:spMkLst>
            <pc:docMk/>
            <pc:sldMk cId="739436334" sldId="279"/>
            <ac:spMk id="18" creationId="{9F6380B4-6A1C-481E-8408-B4E6C75B9B81}"/>
          </ac:spMkLst>
        </pc:spChg>
        <pc:picChg chg="add mod">
          <ac:chgData name="Jeia Tirante" userId="0ae0bb53663ec93f" providerId="LiveId" clId="{2C13E364-AD2A-5BFE-9846-C9CD05C5822E}" dt="2025-12-29T11:20:23.146" v="4131" actId="26606"/>
          <ac:picMkLst>
            <pc:docMk/>
            <pc:sldMk cId="739436334" sldId="279"/>
            <ac:picMk id="5" creationId="{15EF6925-F9A9-BB9E-387A-09BFC3EB3A91}"/>
          </ac:picMkLst>
        </pc:picChg>
        <pc:cxnChg chg="add del">
          <ac:chgData name="Jeia Tirante" userId="0ae0bb53663ec93f" providerId="LiveId" clId="{2C13E364-AD2A-5BFE-9846-C9CD05C5822E}" dt="2025-12-29T11:20:23.146" v="4131" actId="26606"/>
          <ac:cxnSpMkLst>
            <pc:docMk/>
            <pc:sldMk cId="739436334" sldId="279"/>
            <ac:cxnSpMk id="11" creationId="{49264613-F0F7-08CE-0ADF-98407A64DAE6}"/>
          </ac:cxnSpMkLst>
        </pc:cxnChg>
      </pc:sldChg>
      <pc:sldChg chg="addSp modSp new mod">
        <pc:chgData name="Jeia Tirante" userId="0ae0bb53663ec93f" providerId="LiveId" clId="{2C13E364-AD2A-5BFE-9846-C9CD05C5822E}" dt="2025-12-29T12:00:03.947" v="4679" actId="255"/>
        <pc:sldMkLst>
          <pc:docMk/>
          <pc:sldMk cId="2628113670" sldId="280"/>
        </pc:sldMkLst>
        <pc:spChg chg="mod">
          <ac:chgData name="Jeia Tirante" userId="0ae0bb53663ec93f" providerId="LiveId" clId="{2C13E364-AD2A-5BFE-9846-C9CD05C5822E}" dt="2025-12-29T12:00:03.947" v="4679" actId="255"/>
          <ac:spMkLst>
            <pc:docMk/>
            <pc:sldMk cId="2628113670" sldId="280"/>
            <ac:spMk id="2" creationId="{E69D71EC-6C0C-70FC-2349-13933ED96E17}"/>
          </ac:spMkLst>
        </pc:spChg>
        <pc:spChg chg="mod">
          <ac:chgData name="Jeia Tirante" userId="0ae0bb53663ec93f" providerId="LiveId" clId="{2C13E364-AD2A-5BFE-9846-C9CD05C5822E}" dt="2025-12-29T11:18:40.016" v="4100" actId="1035"/>
          <ac:spMkLst>
            <pc:docMk/>
            <pc:sldMk cId="2628113670" sldId="280"/>
            <ac:spMk id="3" creationId="{9E3F3A9C-B7DE-88EA-DBB3-59E7D45424D2}"/>
          </ac:spMkLst>
        </pc:spChg>
        <pc:spChg chg="mod">
          <ac:chgData name="Jeia Tirante" userId="0ae0bb53663ec93f" providerId="LiveId" clId="{2C13E364-AD2A-5BFE-9846-C9CD05C5822E}" dt="2025-12-29T11:35:32.584" v="4334" actId="14100"/>
          <ac:spMkLst>
            <pc:docMk/>
            <pc:sldMk cId="2628113670" sldId="280"/>
            <ac:spMk id="4" creationId="{45B5AC8E-1CF3-1521-7C78-C7D26B8AB082}"/>
          </ac:spMkLst>
        </pc:spChg>
        <pc:spChg chg="mod">
          <ac:chgData name="Jeia Tirante" userId="0ae0bb53663ec93f" providerId="LiveId" clId="{2C13E364-AD2A-5BFE-9846-C9CD05C5822E}" dt="2025-12-29T11:18:40.016" v="4100" actId="1035"/>
          <ac:spMkLst>
            <pc:docMk/>
            <pc:sldMk cId="2628113670" sldId="280"/>
            <ac:spMk id="5" creationId="{BE3AD62C-EB19-63CE-E4E2-FD94217C0901}"/>
          </ac:spMkLst>
        </pc:spChg>
        <pc:spChg chg="mod">
          <ac:chgData name="Jeia Tirante" userId="0ae0bb53663ec93f" providerId="LiveId" clId="{2C13E364-AD2A-5BFE-9846-C9CD05C5822E}" dt="2025-12-29T11:35:35.818" v="4335" actId="14100"/>
          <ac:spMkLst>
            <pc:docMk/>
            <pc:sldMk cId="2628113670" sldId="280"/>
            <ac:spMk id="6" creationId="{47DEB57D-BADD-5DB9-FDCD-AABAE64F6BAE}"/>
          </ac:spMkLst>
        </pc:spChg>
        <pc:picChg chg="add mod">
          <ac:chgData name="Jeia Tirante" userId="0ae0bb53663ec93f" providerId="LiveId" clId="{2C13E364-AD2A-5BFE-9846-C9CD05C5822E}" dt="2025-12-29T11:36:03.230" v="4342" actId="1076"/>
          <ac:picMkLst>
            <pc:docMk/>
            <pc:sldMk cId="2628113670" sldId="280"/>
            <ac:picMk id="8" creationId="{B89A6885-9AD9-4070-532E-7CE5200E8706}"/>
          </ac:picMkLst>
        </pc:picChg>
        <pc:cxnChg chg="add mod">
          <ac:chgData name="Jeia Tirante" userId="0ae0bb53663ec93f" providerId="LiveId" clId="{2C13E364-AD2A-5BFE-9846-C9CD05C5822E}" dt="2025-12-29T11:36:03.230" v="4342" actId="1076"/>
          <ac:cxnSpMkLst>
            <pc:docMk/>
            <pc:sldMk cId="2628113670" sldId="280"/>
            <ac:cxnSpMk id="7" creationId="{C118ABBD-8259-7BE3-C418-979F376239A6}"/>
          </ac:cxnSpMkLst>
        </pc:cxnChg>
      </pc:sldChg>
      <pc:sldChg chg="addSp delSp modSp add del mod">
        <pc:chgData name="Jeia Tirante" userId="0ae0bb53663ec93f" providerId="LiveId" clId="{2C13E364-AD2A-5BFE-9846-C9CD05C5822E}" dt="2025-12-29T11:25:14.762" v="4234" actId="2696"/>
        <pc:sldMkLst>
          <pc:docMk/>
          <pc:sldMk cId="3098926930" sldId="281"/>
        </pc:sldMkLst>
        <pc:spChg chg="mod">
          <ac:chgData name="Jeia Tirante" userId="0ae0bb53663ec93f" providerId="LiveId" clId="{2C13E364-AD2A-5BFE-9846-C9CD05C5822E}" dt="2025-12-29T11:22:27.317" v="4175" actId="26606"/>
          <ac:spMkLst>
            <pc:docMk/>
            <pc:sldMk cId="3098926930" sldId="281"/>
            <ac:spMk id="2" creationId="{44DB5FF4-7106-FE83-F08B-CA2666FDB8E3}"/>
          </ac:spMkLst>
        </pc:spChg>
        <pc:spChg chg="del">
          <ac:chgData name="Jeia Tirante" userId="0ae0bb53663ec93f" providerId="LiveId" clId="{2C13E364-AD2A-5BFE-9846-C9CD05C5822E}" dt="2025-12-29T11:22:27.317" v="4175" actId="26606"/>
          <ac:spMkLst>
            <pc:docMk/>
            <pc:sldMk cId="3098926930" sldId="281"/>
            <ac:spMk id="3" creationId="{AA58D0E9-D1DE-8709-60C5-F9DA94267AB3}"/>
          </ac:spMkLst>
        </pc:spChg>
        <pc:spChg chg="add del mod">
          <ac:chgData name="Jeia Tirante" userId="0ae0bb53663ec93f" providerId="LiveId" clId="{2C13E364-AD2A-5BFE-9846-C9CD05C5822E}" dt="2025-12-29T11:23:31.604" v="4180" actId="478"/>
          <ac:spMkLst>
            <pc:docMk/>
            <pc:sldMk cId="3098926930" sldId="281"/>
            <ac:spMk id="5" creationId="{F4717F5C-C21A-E370-2968-B285BC1197B5}"/>
          </ac:spMkLst>
        </pc:spChg>
        <pc:spChg chg="add del mod">
          <ac:chgData name="Jeia Tirante" userId="0ae0bb53663ec93f" providerId="LiveId" clId="{2C13E364-AD2A-5BFE-9846-C9CD05C5822E}" dt="2025-12-29T11:23:33.922" v="4181" actId="478"/>
          <ac:spMkLst>
            <pc:docMk/>
            <pc:sldMk cId="3098926930" sldId="281"/>
            <ac:spMk id="10" creationId="{61915D3A-8CD6-F011-F6EA-E9C35107E552}"/>
          </ac:spMkLst>
        </pc:spChg>
        <pc:spChg chg="del">
          <ac:chgData name="Jeia Tirante" userId="0ae0bb53663ec93f" providerId="LiveId" clId="{2C13E364-AD2A-5BFE-9846-C9CD05C5822E}" dt="2025-12-29T11:22:27.317" v="4175" actId="26606"/>
          <ac:spMkLst>
            <pc:docMk/>
            <pc:sldMk cId="3098926930" sldId="281"/>
            <ac:spMk id="65" creationId="{B77BB112-C802-3BD2-EC25-CAB6AA20A233}"/>
          </ac:spMkLst>
        </pc:spChg>
        <pc:spChg chg="del">
          <ac:chgData name="Jeia Tirante" userId="0ae0bb53663ec93f" providerId="LiveId" clId="{2C13E364-AD2A-5BFE-9846-C9CD05C5822E}" dt="2025-12-29T11:22:27.317" v="4175" actId="26606"/>
          <ac:spMkLst>
            <pc:docMk/>
            <pc:sldMk cId="3098926930" sldId="281"/>
            <ac:spMk id="67" creationId="{BB372913-DED3-9991-A848-7517E1B419EF}"/>
          </ac:spMkLst>
        </pc:spChg>
        <pc:spChg chg="add">
          <ac:chgData name="Jeia Tirante" userId="0ae0bb53663ec93f" providerId="LiveId" clId="{2C13E364-AD2A-5BFE-9846-C9CD05C5822E}" dt="2025-12-29T11:22:27.317" v="4175" actId="26606"/>
          <ac:spMkLst>
            <pc:docMk/>
            <pc:sldMk cId="3098926930" sldId="281"/>
            <ac:spMk id="72" creationId="{E8A8EAB8-D2FF-444D-B34B-7D32F106AD0E}"/>
          </ac:spMkLst>
        </pc:spChg>
        <pc:graphicFrameChg chg="del">
          <ac:chgData name="Jeia Tirante" userId="0ae0bb53663ec93f" providerId="LiveId" clId="{2C13E364-AD2A-5BFE-9846-C9CD05C5822E}" dt="2025-12-29T11:22:11.181" v="4173" actId="478"/>
          <ac:graphicFrameMkLst>
            <pc:docMk/>
            <pc:sldMk cId="3098926930" sldId="281"/>
            <ac:graphicFrameMk id="6" creationId="{CF68B885-304A-0012-24C1-0462AB772D64}"/>
          </ac:graphicFrameMkLst>
        </pc:graphicFrameChg>
        <pc:graphicFrameChg chg="add del mod modGraphic">
          <ac:chgData name="Jeia Tirante" userId="0ae0bb53663ec93f" providerId="LiveId" clId="{2C13E364-AD2A-5BFE-9846-C9CD05C5822E}" dt="2025-12-29T11:24:19.435" v="4223" actId="21"/>
          <ac:graphicFrameMkLst>
            <pc:docMk/>
            <pc:sldMk cId="3098926930" sldId="281"/>
            <ac:graphicFrameMk id="7" creationId="{F0F41EAB-EC06-5E57-30B5-BB10CC10AED5}"/>
          </ac:graphicFrameMkLst>
        </pc:graphicFrameChg>
        <pc:picChg chg="add del mod">
          <ac:chgData name="Jeia Tirante" userId="0ae0bb53663ec93f" providerId="LiveId" clId="{2C13E364-AD2A-5BFE-9846-C9CD05C5822E}" dt="2025-12-29T11:24:45.352" v="4226" actId="21"/>
          <ac:picMkLst>
            <pc:docMk/>
            <pc:sldMk cId="3098926930" sldId="281"/>
            <ac:picMk id="8" creationId="{28FA91BC-FF70-BB54-E9AA-474A2EA5E08D}"/>
          </ac:picMkLst>
        </pc:picChg>
        <pc:cxnChg chg="add">
          <ac:chgData name="Jeia Tirante" userId="0ae0bb53663ec93f" providerId="LiveId" clId="{2C13E364-AD2A-5BFE-9846-C9CD05C5822E}" dt="2025-12-29T11:22:27.317" v="4175" actId="26606"/>
          <ac:cxnSpMkLst>
            <pc:docMk/>
            <pc:sldMk cId="3098926930" sldId="281"/>
            <ac:cxnSpMk id="74" creationId="{EEA38897-7BA3-4408-8083-3235339C4A60}"/>
          </ac:cxnSpMkLst>
        </pc:cxnChg>
        <pc:cxnChg chg="add">
          <ac:chgData name="Jeia Tirante" userId="0ae0bb53663ec93f" providerId="LiveId" clId="{2C13E364-AD2A-5BFE-9846-C9CD05C5822E}" dt="2025-12-29T11:22:27.317" v="4175" actId="26606"/>
          <ac:cxnSpMkLst>
            <pc:docMk/>
            <pc:sldMk cId="3098926930" sldId="281"/>
            <ac:cxnSpMk id="76" creationId="{F11AD06B-AB20-4097-8606-5DA00DBACE88}"/>
          </ac:cxnSpMkLst>
        </pc:cxnChg>
      </pc:sldChg>
      <pc:sldChg chg="addSp delSp modSp add mod">
        <pc:chgData name="Jeia Tirante" userId="0ae0bb53663ec93f" providerId="LiveId" clId="{2C13E364-AD2A-5BFE-9846-C9CD05C5822E}" dt="2025-12-29T12:00:16.438" v="4681" actId="255"/>
        <pc:sldMkLst>
          <pc:docMk/>
          <pc:sldMk cId="920530142" sldId="282"/>
        </pc:sldMkLst>
        <pc:spChg chg="mod">
          <ac:chgData name="Jeia Tirante" userId="0ae0bb53663ec93f" providerId="LiveId" clId="{2C13E364-AD2A-5BFE-9846-C9CD05C5822E}" dt="2025-12-29T12:00:16.438" v="4681" actId="255"/>
          <ac:spMkLst>
            <pc:docMk/>
            <pc:sldMk cId="920530142" sldId="282"/>
            <ac:spMk id="2" creationId="{FE2C5628-8B73-321F-F50E-A3906785D325}"/>
          </ac:spMkLst>
        </pc:spChg>
        <pc:spChg chg="del">
          <ac:chgData name="Jeia Tirante" userId="0ae0bb53663ec93f" providerId="LiveId" clId="{2C13E364-AD2A-5BFE-9846-C9CD05C5822E}" dt="2025-12-29T11:24:42.518" v="4225" actId="478"/>
          <ac:spMkLst>
            <pc:docMk/>
            <pc:sldMk cId="920530142" sldId="282"/>
            <ac:spMk id="3" creationId="{F45768F5-B006-CBE8-09C5-5255DC6BEB32}"/>
          </ac:spMkLst>
        </pc:spChg>
        <pc:spChg chg="add del mod">
          <ac:chgData name="Jeia Tirante" userId="0ae0bb53663ec93f" providerId="LiveId" clId="{2C13E364-AD2A-5BFE-9846-C9CD05C5822E}" dt="2025-12-29T11:24:15.232" v="4222" actId="478"/>
          <ac:spMkLst>
            <pc:docMk/>
            <pc:sldMk cId="920530142" sldId="282"/>
            <ac:spMk id="5" creationId="{FB49CFCA-D626-27C5-1F96-D7F8FD341AED}"/>
          </ac:spMkLst>
        </pc:spChg>
        <pc:graphicFrameChg chg="del">
          <ac:chgData name="Jeia Tirante" userId="0ae0bb53663ec93f" providerId="LiveId" clId="{2C13E364-AD2A-5BFE-9846-C9CD05C5822E}" dt="2025-12-29T11:23:51.184" v="4203" actId="478"/>
          <ac:graphicFrameMkLst>
            <pc:docMk/>
            <pc:sldMk cId="920530142" sldId="282"/>
            <ac:graphicFrameMk id="6" creationId="{A9788DE4-BD3D-F4D0-ADFD-1C58DBFA1C9A}"/>
          </ac:graphicFrameMkLst>
        </pc:graphicFrameChg>
        <pc:graphicFrameChg chg="add mod modGraphic">
          <ac:chgData name="Jeia Tirante" userId="0ae0bb53663ec93f" providerId="LiveId" clId="{2C13E364-AD2A-5BFE-9846-C9CD05C5822E}" dt="2025-12-29T11:42:53.065" v="4360" actId="1076"/>
          <ac:graphicFrameMkLst>
            <pc:docMk/>
            <pc:sldMk cId="920530142" sldId="282"/>
            <ac:graphicFrameMk id="7" creationId="{9A06D1BC-7BC1-42A7-7E58-90D349CD36CB}"/>
          </ac:graphicFrameMkLst>
        </pc:graphicFrameChg>
        <pc:picChg chg="add mod">
          <ac:chgData name="Jeia Tirante" userId="0ae0bb53663ec93f" providerId="LiveId" clId="{2C13E364-AD2A-5BFE-9846-C9CD05C5822E}" dt="2025-12-29T11:25:05.920" v="4232" actId="1076"/>
          <ac:picMkLst>
            <pc:docMk/>
            <pc:sldMk cId="920530142" sldId="282"/>
            <ac:picMk id="8" creationId="{9AD8A624-9C31-0D8C-0C19-4C9648472BCF}"/>
          </ac:picMkLst>
        </pc:picChg>
      </pc:sldChg>
      <pc:sldChg chg="addSp delSp modSp add mod">
        <pc:chgData name="Jeia Tirante" userId="0ae0bb53663ec93f" providerId="LiveId" clId="{2C13E364-AD2A-5BFE-9846-C9CD05C5822E}" dt="2025-12-29T12:00:25.585" v="4682" actId="255"/>
        <pc:sldMkLst>
          <pc:docMk/>
          <pc:sldMk cId="2384984874" sldId="283"/>
        </pc:sldMkLst>
        <pc:spChg chg="mod">
          <ac:chgData name="Jeia Tirante" userId="0ae0bb53663ec93f" providerId="LiveId" clId="{2C13E364-AD2A-5BFE-9846-C9CD05C5822E}" dt="2025-12-29T12:00:25.585" v="4682" actId="255"/>
          <ac:spMkLst>
            <pc:docMk/>
            <pc:sldMk cId="2384984874" sldId="283"/>
            <ac:spMk id="2" creationId="{5E56DF32-1EDE-C9BF-2C68-541053D557D3}"/>
          </ac:spMkLst>
        </pc:spChg>
        <pc:spChg chg="add mod">
          <ac:chgData name="Jeia Tirante" userId="0ae0bb53663ec93f" providerId="LiveId" clId="{2C13E364-AD2A-5BFE-9846-C9CD05C5822E}" dt="2025-12-29T11:42:08.432" v="4356" actId="20577"/>
          <ac:spMkLst>
            <pc:docMk/>
            <pc:sldMk cId="2384984874" sldId="283"/>
            <ac:spMk id="4" creationId="{0AA8D430-E424-CED3-FDE9-DA30571CF190}"/>
          </ac:spMkLst>
        </pc:spChg>
        <pc:graphicFrameChg chg="del">
          <ac:chgData name="Jeia Tirante" userId="0ae0bb53663ec93f" providerId="LiveId" clId="{2C13E364-AD2A-5BFE-9846-C9CD05C5822E}" dt="2025-12-29T11:25:32.640" v="4238" actId="478"/>
          <ac:graphicFrameMkLst>
            <pc:docMk/>
            <pc:sldMk cId="2384984874" sldId="283"/>
            <ac:graphicFrameMk id="7" creationId="{315CA4FC-465E-E7B0-DBC5-7DA0FFC18C5D}"/>
          </ac:graphicFrameMkLst>
        </pc:graphicFrameChg>
        <pc:picChg chg="add mod">
          <ac:chgData name="Jeia Tirante" userId="0ae0bb53663ec93f" providerId="LiveId" clId="{2C13E364-AD2A-5BFE-9846-C9CD05C5822E}" dt="2025-12-29T11:43:07.508" v="4363" actId="14100"/>
          <ac:picMkLst>
            <pc:docMk/>
            <pc:sldMk cId="2384984874" sldId="283"/>
            <ac:picMk id="3" creationId="{5A94F7DE-BB4D-6122-D7E7-6DBE7BA7FD0E}"/>
          </ac:picMkLst>
        </pc:picChg>
        <pc:picChg chg="del">
          <ac:chgData name="Jeia Tirante" userId="0ae0bb53663ec93f" providerId="LiveId" clId="{2C13E364-AD2A-5BFE-9846-C9CD05C5822E}" dt="2025-12-29T11:25:28.730" v="4237" actId="478"/>
          <ac:picMkLst>
            <pc:docMk/>
            <pc:sldMk cId="2384984874" sldId="283"/>
            <ac:picMk id="8" creationId="{8F642FF1-F10E-FADF-9716-D0A253D1330B}"/>
          </ac:picMkLst>
        </pc:picChg>
      </pc:sldChg>
      <pc:sldChg chg="addSp delSp modSp new mod">
        <pc:chgData name="Jeia Tirante" userId="0ae0bb53663ec93f" providerId="LiveId" clId="{2C13E364-AD2A-5BFE-9846-C9CD05C5822E}" dt="2025-12-29T11:56:31.581" v="4609" actId="1076"/>
        <pc:sldMkLst>
          <pc:docMk/>
          <pc:sldMk cId="1659730229" sldId="284"/>
        </pc:sldMkLst>
        <pc:spChg chg="mod">
          <ac:chgData name="Jeia Tirante" userId="0ae0bb53663ec93f" providerId="LiveId" clId="{2C13E364-AD2A-5BFE-9846-C9CD05C5822E}" dt="2025-12-29T11:56:27.455" v="4608" actId="14100"/>
          <ac:spMkLst>
            <pc:docMk/>
            <pc:sldMk cId="1659730229" sldId="284"/>
            <ac:spMk id="2" creationId="{16C9DCD2-1194-A50E-AB5F-AAF1D75FF179}"/>
          </ac:spMkLst>
        </pc:spChg>
        <pc:spChg chg="add del mod">
          <ac:chgData name="Jeia Tirante" userId="0ae0bb53663ec93f" providerId="LiveId" clId="{2C13E364-AD2A-5BFE-9846-C9CD05C5822E}" dt="2025-12-29T11:56:31.581" v="4609" actId="1076"/>
          <ac:spMkLst>
            <pc:docMk/>
            <pc:sldMk cId="1659730229" sldId="284"/>
            <ac:spMk id="3" creationId="{5A0345EF-69FF-7D65-DBDE-B79A315F51D6}"/>
          </ac:spMkLst>
        </pc:spChg>
        <pc:graphicFrameChg chg="add mod modGraphic">
          <ac:chgData name="Jeia Tirante" userId="0ae0bb53663ec93f" providerId="LiveId" clId="{2C13E364-AD2A-5BFE-9846-C9CD05C5822E}" dt="2025-12-29T11:56:01.764" v="4601" actId="207"/>
          <ac:graphicFrameMkLst>
            <pc:docMk/>
            <pc:sldMk cId="1659730229" sldId="284"/>
            <ac:graphicFrameMk id="7" creationId="{A85DFD41-812D-C401-E085-3C0FC869BF95}"/>
          </ac:graphicFrameMkLst>
        </pc:graphicFrameChg>
        <pc:picChg chg="add mod">
          <ac:chgData name="Jeia Tirante" userId="0ae0bb53663ec93f" providerId="LiveId" clId="{2C13E364-AD2A-5BFE-9846-C9CD05C5822E}" dt="2025-12-29T11:54:02.985" v="4561"/>
          <ac:picMkLst>
            <pc:docMk/>
            <pc:sldMk cId="1659730229" sldId="284"/>
            <ac:picMk id="4" creationId="{09249701-1065-7482-D29B-416F51D12747}"/>
          </ac:picMkLst>
        </pc:picChg>
        <pc:picChg chg="add mod">
          <ac:chgData name="Jeia Tirante" userId="0ae0bb53663ec93f" providerId="LiveId" clId="{2C13E364-AD2A-5BFE-9846-C9CD05C5822E}" dt="2025-12-29T11:54:02.985" v="4561"/>
          <ac:picMkLst>
            <pc:docMk/>
            <pc:sldMk cId="1659730229" sldId="284"/>
            <ac:picMk id="5" creationId="{D2B37BFA-00F8-6B36-2DAE-0DCDFE58ADD4}"/>
          </ac:picMkLst>
        </pc:picChg>
        <pc:picChg chg="add mod">
          <ac:chgData name="Jeia Tirante" userId="0ae0bb53663ec93f" providerId="LiveId" clId="{2C13E364-AD2A-5BFE-9846-C9CD05C5822E}" dt="2025-12-29T11:54:02.985" v="4561"/>
          <ac:picMkLst>
            <pc:docMk/>
            <pc:sldMk cId="1659730229" sldId="284"/>
            <ac:picMk id="6" creationId="{E6FBEC6E-6297-AA53-6901-945CD441B40C}"/>
          </ac:picMkLst>
        </pc:picChg>
      </pc:sldChg>
      <pc:sldChg chg="delSp add del mod">
        <pc:chgData name="Jeia Tirante" userId="0ae0bb53663ec93f" providerId="LiveId" clId="{2C13E364-AD2A-5BFE-9846-C9CD05C5822E}" dt="2025-12-29T11:27:21.088" v="4280" actId="2696"/>
        <pc:sldMkLst>
          <pc:docMk/>
          <pc:sldMk cId="2301476765" sldId="284"/>
        </pc:sldMkLst>
        <pc:spChg chg="del">
          <ac:chgData name="Jeia Tirante" userId="0ae0bb53663ec93f" providerId="LiveId" clId="{2C13E364-AD2A-5BFE-9846-C9CD05C5822E}" dt="2025-12-29T11:27:10.978" v="4279" actId="478"/>
          <ac:spMkLst>
            <pc:docMk/>
            <pc:sldMk cId="2301476765" sldId="284"/>
            <ac:spMk id="8" creationId="{9B8F8461-7BEF-7D8B-FEF8-2FF09E2D2E26}"/>
          </ac:spMkLst>
        </pc:spChg>
        <pc:graphicFrameChg chg="del">
          <ac:chgData name="Jeia Tirante" userId="0ae0bb53663ec93f" providerId="LiveId" clId="{2C13E364-AD2A-5BFE-9846-C9CD05C5822E}" dt="2025-12-29T11:27:04.091" v="4278" actId="478"/>
          <ac:graphicFrameMkLst>
            <pc:docMk/>
            <pc:sldMk cId="2301476765" sldId="284"/>
            <ac:graphicFrameMk id="10" creationId="{3ED245AA-5E4C-4532-5F21-82D0018B063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C00D82-AEDF-4B2D-99FD-6F0D819EB85F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FCF83AB-677B-4253-9F4E-70A1EC57D0FB}">
      <dgm:prSet/>
      <dgm:spPr/>
      <dgm:t>
        <a:bodyPr/>
        <a:lstStyle/>
        <a:p>
          <a:r>
            <a:rPr lang="en-PH" dirty="0"/>
            <a:t>ROC-AUC provide limited insight.  Note that dataset is imbalanced, with approximately 4% positive events.  Accepted in NFR context. </a:t>
          </a:r>
          <a:endParaRPr lang="en-US" dirty="0"/>
        </a:p>
      </dgm:t>
    </dgm:pt>
    <dgm:pt modelId="{0A0983D8-031D-4C36-A692-5807FBB6B45E}" type="parTrans" cxnId="{B9DFEFF4-F4C9-4565-B45D-4005EF634739}">
      <dgm:prSet/>
      <dgm:spPr/>
      <dgm:t>
        <a:bodyPr/>
        <a:lstStyle/>
        <a:p>
          <a:endParaRPr lang="en-US"/>
        </a:p>
      </dgm:t>
    </dgm:pt>
    <dgm:pt modelId="{A506AEBB-6306-47FD-8AD7-B2940ED7D174}" type="sibTrans" cxnId="{B9DFEFF4-F4C9-4565-B45D-4005EF634739}">
      <dgm:prSet/>
      <dgm:spPr/>
      <dgm:t>
        <a:bodyPr/>
        <a:lstStyle/>
        <a:p>
          <a:endParaRPr lang="en-US"/>
        </a:p>
      </dgm:t>
    </dgm:pt>
    <dgm:pt modelId="{FDFCEF60-98E2-4085-B7BF-19FACA3EF409}">
      <dgm:prSet/>
      <dgm:spPr/>
      <dgm:t>
        <a:bodyPr/>
        <a:lstStyle/>
        <a:p>
          <a:r>
            <a:rPr lang="en-PH"/>
            <a:t>PR-AUC values are low, which is expected given the rarity of events and the weak marginal signal of individual risk indicators.</a:t>
          </a:r>
          <a:endParaRPr lang="en-US"/>
        </a:p>
      </dgm:t>
    </dgm:pt>
    <dgm:pt modelId="{3934A333-8BFC-4FD5-848D-35805B2B5528}" type="parTrans" cxnId="{245282B8-B493-488A-936A-13B597B09859}">
      <dgm:prSet/>
      <dgm:spPr/>
      <dgm:t>
        <a:bodyPr/>
        <a:lstStyle/>
        <a:p>
          <a:endParaRPr lang="en-US"/>
        </a:p>
      </dgm:t>
    </dgm:pt>
    <dgm:pt modelId="{30458E44-99A0-4481-B8DE-84BF0D403896}" type="sibTrans" cxnId="{245282B8-B493-488A-936A-13B597B09859}">
      <dgm:prSet/>
      <dgm:spPr/>
      <dgm:t>
        <a:bodyPr/>
        <a:lstStyle/>
        <a:p>
          <a:endParaRPr lang="en-US"/>
        </a:p>
      </dgm:t>
    </dgm:pt>
    <dgm:pt modelId="{192C396A-49CD-40CE-8B24-2E6C585D9DBA}">
      <dgm:prSet/>
      <dgm:spPr/>
      <dgm:t>
        <a:bodyPr/>
        <a:lstStyle/>
        <a:p>
          <a:r>
            <a:rPr lang="en-PH" dirty="0"/>
            <a:t>Recall@Top-10% is the metric that is more aligned with the ability to prioritize risk within constrained investigative capacity.</a:t>
          </a:r>
          <a:endParaRPr lang="en-US" dirty="0"/>
        </a:p>
      </dgm:t>
    </dgm:pt>
    <dgm:pt modelId="{1B13B20D-38D5-4D7A-8AC9-B577F65B701E}" type="parTrans" cxnId="{9603096D-B8B0-419E-B112-E95D5A42AD39}">
      <dgm:prSet/>
      <dgm:spPr/>
      <dgm:t>
        <a:bodyPr/>
        <a:lstStyle/>
        <a:p>
          <a:endParaRPr lang="en-US"/>
        </a:p>
      </dgm:t>
    </dgm:pt>
    <dgm:pt modelId="{9CF352AC-1094-49CD-BB16-919396C603AC}" type="sibTrans" cxnId="{9603096D-B8B0-419E-B112-E95D5A42AD39}">
      <dgm:prSet/>
      <dgm:spPr/>
      <dgm:t>
        <a:bodyPr/>
        <a:lstStyle/>
        <a:p>
          <a:endParaRPr lang="en-US"/>
        </a:p>
      </dgm:t>
    </dgm:pt>
    <dgm:pt modelId="{B4055D91-E22A-4031-95F5-840105F4A8BA}">
      <dgm:prSet/>
      <dgm:spPr/>
      <dgm:t>
        <a:bodyPr/>
        <a:lstStyle/>
        <a:p>
          <a:r>
            <a:rPr lang="en-PH" b="1" dirty="0"/>
            <a:t>Decision: </a:t>
          </a:r>
          <a:r>
            <a:rPr lang="en-PH" dirty="0" err="1"/>
            <a:t>LightGBM</a:t>
          </a:r>
          <a:r>
            <a:rPr lang="en-PH" dirty="0"/>
            <a:t> is the best model to use.</a:t>
          </a:r>
          <a:endParaRPr lang="en-US" dirty="0"/>
        </a:p>
      </dgm:t>
    </dgm:pt>
    <dgm:pt modelId="{1C8F19B0-C46E-4401-8DAB-5AE6D1C5BFD4}" type="parTrans" cxnId="{F5F162F4-95B9-4D0C-B1A6-F86AC698C3EF}">
      <dgm:prSet/>
      <dgm:spPr/>
      <dgm:t>
        <a:bodyPr/>
        <a:lstStyle/>
        <a:p>
          <a:endParaRPr lang="en-US"/>
        </a:p>
      </dgm:t>
    </dgm:pt>
    <dgm:pt modelId="{4295048C-A240-45E1-8851-C976546F7B56}" type="sibTrans" cxnId="{F5F162F4-95B9-4D0C-B1A6-F86AC698C3EF}">
      <dgm:prSet/>
      <dgm:spPr/>
      <dgm:t>
        <a:bodyPr/>
        <a:lstStyle/>
        <a:p>
          <a:endParaRPr lang="en-US"/>
        </a:p>
      </dgm:t>
    </dgm:pt>
    <dgm:pt modelId="{10C0EFF8-925C-4F88-AE5E-CCA2867D6868}">
      <dgm:prSet/>
      <dgm:spPr/>
      <dgm:t>
        <a:bodyPr/>
        <a:lstStyle/>
        <a:p>
          <a:r>
            <a:rPr lang="en-PH" b="1" dirty="0"/>
            <a:t>Next Step: </a:t>
          </a:r>
          <a:r>
            <a:rPr lang="en-PH" dirty="0"/>
            <a:t>Across all evaluated models, ROC-AUC values are close to 0.5 , use tuning threshold to check if ROC-AUC will improve.</a:t>
          </a:r>
          <a:endParaRPr lang="en-US" dirty="0"/>
        </a:p>
      </dgm:t>
    </dgm:pt>
    <dgm:pt modelId="{7D2C1989-5CBC-4B6A-927A-C92EAE357979}" type="parTrans" cxnId="{0F999442-6636-4077-BAD4-A5AFC10BDCFB}">
      <dgm:prSet/>
      <dgm:spPr/>
      <dgm:t>
        <a:bodyPr/>
        <a:lstStyle/>
        <a:p>
          <a:endParaRPr lang="en-US"/>
        </a:p>
      </dgm:t>
    </dgm:pt>
    <dgm:pt modelId="{5295454D-A5B7-42B2-BDF9-44EED2D317A3}" type="sibTrans" cxnId="{0F999442-6636-4077-BAD4-A5AFC10BDCFB}">
      <dgm:prSet/>
      <dgm:spPr/>
      <dgm:t>
        <a:bodyPr/>
        <a:lstStyle/>
        <a:p>
          <a:endParaRPr lang="en-US"/>
        </a:p>
      </dgm:t>
    </dgm:pt>
    <dgm:pt modelId="{A7EC19AD-9587-324D-B654-E6B548B092FD}" type="pres">
      <dgm:prSet presAssocID="{3FC00D82-AEDF-4B2D-99FD-6F0D819EB85F}" presName="linear" presStyleCnt="0">
        <dgm:presLayoutVars>
          <dgm:animLvl val="lvl"/>
          <dgm:resizeHandles val="exact"/>
        </dgm:presLayoutVars>
      </dgm:prSet>
      <dgm:spPr/>
    </dgm:pt>
    <dgm:pt modelId="{D2FA152C-C364-034D-8884-6EEC4FABBD35}" type="pres">
      <dgm:prSet presAssocID="{9FCF83AB-677B-4253-9F4E-70A1EC57D0F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6890B58-1966-4549-B589-522B0DC2BA9B}" type="pres">
      <dgm:prSet presAssocID="{A506AEBB-6306-47FD-8AD7-B2940ED7D174}" presName="spacer" presStyleCnt="0"/>
      <dgm:spPr/>
    </dgm:pt>
    <dgm:pt modelId="{E820CC6F-D1C5-BB44-8568-417EB9638E77}" type="pres">
      <dgm:prSet presAssocID="{FDFCEF60-98E2-4085-B7BF-19FACA3EF4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EE61A43-114E-1946-8060-93A645E99DE1}" type="pres">
      <dgm:prSet presAssocID="{30458E44-99A0-4481-B8DE-84BF0D403896}" presName="spacer" presStyleCnt="0"/>
      <dgm:spPr/>
    </dgm:pt>
    <dgm:pt modelId="{8B3DF429-1528-4649-83B9-B09EE1B7E9BE}" type="pres">
      <dgm:prSet presAssocID="{192C396A-49CD-40CE-8B24-2E6C585D9DB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5A0964E-18CF-ED45-BCA6-190ED2181BF3}" type="pres">
      <dgm:prSet presAssocID="{9CF352AC-1094-49CD-BB16-919396C603AC}" presName="spacer" presStyleCnt="0"/>
      <dgm:spPr/>
    </dgm:pt>
    <dgm:pt modelId="{5B58013B-45B7-D641-BBE6-C5EB6728AC06}" type="pres">
      <dgm:prSet presAssocID="{B4055D91-E22A-4031-95F5-840105F4A8B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198F413-7E75-B04D-8546-15E6909D79A4}" type="pres">
      <dgm:prSet presAssocID="{4295048C-A240-45E1-8851-C976546F7B56}" presName="spacer" presStyleCnt="0"/>
      <dgm:spPr/>
    </dgm:pt>
    <dgm:pt modelId="{2AB1E42E-D38E-DF45-B9B6-E4FF0B6BE265}" type="pres">
      <dgm:prSet presAssocID="{10C0EFF8-925C-4F88-AE5E-CCA2867D68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8E7F635-CFBB-9145-AC36-FBB31FAC6C5D}" type="presOf" srcId="{B4055D91-E22A-4031-95F5-840105F4A8BA}" destId="{5B58013B-45B7-D641-BBE6-C5EB6728AC06}" srcOrd="0" destOrd="0" presId="urn:microsoft.com/office/officeart/2005/8/layout/vList2"/>
    <dgm:cxn modelId="{67BE5738-3C5D-B44C-8D5D-84B2E2B6043B}" type="presOf" srcId="{FDFCEF60-98E2-4085-B7BF-19FACA3EF409}" destId="{E820CC6F-D1C5-BB44-8568-417EB9638E77}" srcOrd="0" destOrd="0" presId="urn:microsoft.com/office/officeart/2005/8/layout/vList2"/>
    <dgm:cxn modelId="{0F999442-6636-4077-BAD4-A5AFC10BDCFB}" srcId="{3FC00D82-AEDF-4B2D-99FD-6F0D819EB85F}" destId="{10C0EFF8-925C-4F88-AE5E-CCA2867D6868}" srcOrd="4" destOrd="0" parTransId="{7D2C1989-5CBC-4B6A-927A-C92EAE357979}" sibTransId="{5295454D-A5B7-42B2-BDF9-44EED2D317A3}"/>
    <dgm:cxn modelId="{A88D0C5D-2DFE-1347-A26D-A6A1433830B9}" type="presOf" srcId="{192C396A-49CD-40CE-8B24-2E6C585D9DBA}" destId="{8B3DF429-1528-4649-83B9-B09EE1B7E9BE}" srcOrd="0" destOrd="0" presId="urn:microsoft.com/office/officeart/2005/8/layout/vList2"/>
    <dgm:cxn modelId="{9603096D-B8B0-419E-B112-E95D5A42AD39}" srcId="{3FC00D82-AEDF-4B2D-99FD-6F0D819EB85F}" destId="{192C396A-49CD-40CE-8B24-2E6C585D9DBA}" srcOrd="2" destOrd="0" parTransId="{1B13B20D-38D5-4D7A-8AC9-B577F65B701E}" sibTransId="{9CF352AC-1094-49CD-BB16-919396C603AC}"/>
    <dgm:cxn modelId="{3A480778-3ADB-0F4B-8537-26BDF7B96164}" type="presOf" srcId="{10C0EFF8-925C-4F88-AE5E-CCA2867D6868}" destId="{2AB1E42E-D38E-DF45-B9B6-E4FF0B6BE265}" srcOrd="0" destOrd="0" presId="urn:microsoft.com/office/officeart/2005/8/layout/vList2"/>
    <dgm:cxn modelId="{A6E4ABB6-097A-2949-89DE-22FA670D0F1A}" type="presOf" srcId="{3FC00D82-AEDF-4B2D-99FD-6F0D819EB85F}" destId="{A7EC19AD-9587-324D-B654-E6B548B092FD}" srcOrd="0" destOrd="0" presId="urn:microsoft.com/office/officeart/2005/8/layout/vList2"/>
    <dgm:cxn modelId="{245282B8-B493-488A-936A-13B597B09859}" srcId="{3FC00D82-AEDF-4B2D-99FD-6F0D819EB85F}" destId="{FDFCEF60-98E2-4085-B7BF-19FACA3EF409}" srcOrd="1" destOrd="0" parTransId="{3934A333-8BFC-4FD5-848D-35805B2B5528}" sibTransId="{30458E44-99A0-4481-B8DE-84BF0D403896}"/>
    <dgm:cxn modelId="{F5F162F4-95B9-4D0C-B1A6-F86AC698C3EF}" srcId="{3FC00D82-AEDF-4B2D-99FD-6F0D819EB85F}" destId="{B4055D91-E22A-4031-95F5-840105F4A8BA}" srcOrd="3" destOrd="0" parTransId="{1C8F19B0-C46E-4401-8DAB-5AE6D1C5BFD4}" sibTransId="{4295048C-A240-45E1-8851-C976546F7B56}"/>
    <dgm:cxn modelId="{B9DFEFF4-F4C9-4565-B45D-4005EF634739}" srcId="{3FC00D82-AEDF-4B2D-99FD-6F0D819EB85F}" destId="{9FCF83AB-677B-4253-9F4E-70A1EC57D0FB}" srcOrd="0" destOrd="0" parTransId="{0A0983D8-031D-4C36-A692-5807FBB6B45E}" sibTransId="{A506AEBB-6306-47FD-8AD7-B2940ED7D174}"/>
    <dgm:cxn modelId="{8E9FA4F6-D536-DE4A-870C-4453A9CFBB52}" type="presOf" srcId="{9FCF83AB-677B-4253-9F4E-70A1EC57D0FB}" destId="{D2FA152C-C364-034D-8884-6EEC4FABBD35}" srcOrd="0" destOrd="0" presId="urn:microsoft.com/office/officeart/2005/8/layout/vList2"/>
    <dgm:cxn modelId="{F6D1D3A6-5B72-0F43-AC64-97C34073CE9F}" type="presParOf" srcId="{A7EC19AD-9587-324D-B654-E6B548B092FD}" destId="{D2FA152C-C364-034D-8884-6EEC4FABBD35}" srcOrd="0" destOrd="0" presId="urn:microsoft.com/office/officeart/2005/8/layout/vList2"/>
    <dgm:cxn modelId="{2CD8EE89-3116-084E-9461-41E7457D06B9}" type="presParOf" srcId="{A7EC19AD-9587-324D-B654-E6B548B092FD}" destId="{16890B58-1966-4549-B589-522B0DC2BA9B}" srcOrd="1" destOrd="0" presId="urn:microsoft.com/office/officeart/2005/8/layout/vList2"/>
    <dgm:cxn modelId="{E8DD05E4-0B6D-D849-8D60-6927D6DA612D}" type="presParOf" srcId="{A7EC19AD-9587-324D-B654-E6B548B092FD}" destId="{E820CC6F-D1C5-BB44-8568-417EB9638E77}" srcOrd="2" destOrd="0" presId="urn:microsoft.com/office/officeart/2005/8/layout/vList2"/>
    <dgm:cxn modelId="{D31AF01D-4A3A-AD42-95B4-F6E5FEA68B3D}" type="presParOf" srcId="{A7EC19AD-9587-324D-B654-E6B548B092FD}" destId="{9EE61A43-114E-1946-8060-93A645E99DE1}" srcOrd="3" destOrd="0" presId="urn:microsoft.com/office/officeart/2005/8/layout/vList2"/>
    <dgm:cxn modelId="{E2971416-DFAB-2A46-9306-70EB37781BFF}" type="presParOf" srcId="{A7EC19AD-9587-324D-B654-E6B548B092FD}" destId="{8B3DF429-1528-4649-83B9-B09EE1B7E9BE}" srcOrd="4" destOrd="0" presId="urn:microsoft.com/office/officeart/2005/8/layout/vList2"/>
    <dgm:cxn modelId="{AC883C11-8435-5840-B208-DDACF53C08FA}" type="presParOf" srcId="{A7EC19AD-9587-324D-B654-E6B548B092FD}" destId="{85A0964E-18CF-ED45-BCA6-190ED2181BF3}" srcOrd="5" destOrd="0" presId="urn:microsoft.com/office/officeart/2005/8/layout/vList2"/>
    <dgm:cxn modelId="{7D40B543-5A18-3E49-9D94-A48FB45EED6B}" type="presParOf" srcId="{A7EC19AD-9587-324D-B654-E6B548B092FD}" destId="{5B58013B-45B7-D641-BBE6-C5EB6728AC06}" srcOrd="6" destOrd="0" presId="urn:microsoft.com/office/officeart/2005/8/layout/vList2"/>
    <dgm:cxn modelId="{878886D1-B316-D341-ADAC-B1C25F9F494E}" type="presParOf" srcId="{A7EC19AD-9587-324D-B654-E6B548B092FD}" destId="{E198F413-7E75-B04D-8546-15E6909D79A4}" srcOrd="7" destOrd="0" presId="urn:microsoft.com/office/officeart/2005/8/layout/vList2"/>
    <dgm:cxn modelId="{AB10C860-22CE-CF47-B1C7-C7E880DF6F32}" type="presParOf" srcId="{A7EC19AD-9587-324D-B654-E6B548B092FD}" destId="{2AB1E42E-D38E-DF45-B9B6-E4FF0B6BE2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9E6749-CBE8-46F4-8F6F-912323AF3FB3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A1BB9281-B087-4CFD-BCE6-5E5F72DB04D2}">
      <dgm:prSet/>
      <dgm:spPr/>
      <dgm:t>
        <a:bodyPr/>
        <a:lstStyle/>
        <a:p>
          <a:r>
            <a:rPr lang="en-PH" dirty="0"/>
            <a:t>Loss severity data in NFR is typically highly skewed and heavy-tailed.</a:t>
          </a:r>
          <a:endParaRPr lang="en-US" dirty="0"/>
        </a:p>
      </dgm:t>
    </dgm:pt>
    <dgm:pt modelId="{29CBCA74-2C8D-4515-B28F-C4CC82D2D9D1}" type="parTrans" cxnId="{2FC9937A-1849-42A5-87DD-1C58A02409AC}">
      <dgm:prSet/>
      <dgm:spPr/>
      <dgm:t>
        <a:bodyPr/>
        <a:lstStyle/>
        <a:p>
          <a:endParaRPr lang="en-US"/>
        </a:p>
      </dgm:t>
    </dgm:pt>
    <dgm:pt modelId="{AFC9EEBB-C67E-4A9F-8521-E4D34FA644A4}" type="sibTrans" cxnId="{2FC9937A-1849-42A5-87DD-1C58A02409AC}">
      <dgm:prSet/>
      <dgm:spPr/>
      <dgm:t>
        <a:bodyPr/>
        <a:lstStyle/>
        <a:p>
          <a:endParaRPr lang="en-US"/>
        </a:p>
      </dgm:t>
    </dgm:pt>
    <dgm:pt modelId="{B6F17D4D-B921-437A-ADB5-78599DA07FA8}">
      <dgm:prSet/>
      <dgm:spPr/>
      <dgm:t>
        <a:bodyPr/>
        <a:lstStyle/>
        <a:p>
          <a:r>
            <a:rPr lang="en-PH"/>
            <a:t>Mean Absolute Error (MAE) - reflects typical prediction error.</a:t>
          </a:r>
          <a:endParaRPr lang="en-US"/>
        </a:p>
      </dgm:t>
    </dgm:pt>
    <dgm:pt modelId="{C33EFF9E-DB5C-484C-9F8E-8D54616CA54C}" type="parTrans" cxnId="{316B79A5-4F53-4174-8B0B-55283EB65475}">
      <dgm:prSet/>
      <dgm:spPr/>
      <dgm:t>
        <a:bodyPr/>
        <a:lstStyle/>
        <a:p>
          <a:endParaRPr lang="en-US"/>
        </a:p>
      </dgm:t>
    </dgm:pt>
    <dgm:pt modelId="{9D3AAB93-A20F-4EE8-BF12-41148F0450BB}" type="sibTrans" cxnId="{316B79A5-4F53-4174-8B0B-55283EB65475}">
      <dgm:prSet/>
      <dgm:spPr/>
      <dgm:t>
        <a:bodyPr/>
        <a:lstStyle/>
        <a:p>
          <a:endParaRPr lang="en-US"/>
        </a:p>
      </dgm:t>
    </dgm:pt>
    <dgm:pt modelId="{720E166B-E8A5-4AC3-BEFE-94417DBB37F2}">
      <dgm:prSet/>
      <dgm:spPr/>
      <dgm:t>
        <a:bodyPr/>
        <a:lstStyle/>
        <a:p>
          <a:r>
            <a:rPr lang="en-PH"/>
            <a:t>Root Mean Squared Error (RMSE) - penalizes large deviations more heavily.</a:t>
          </a:r>
          <a:endParaRPr lang="en-US"/>
        </a:p>
      </dgm:t>
    </dgm:pt>
    <dgm:pt modelId="{E9C5CACB-61F3-431B-9955-8FA947537ACF}" type="parTrans" cxnId="{8EC4F29F-50A2-4107-905D-0AE756BE22CE}">
      <dgm:prSet/>
      <dgm:spPr/>
      <dgm:t>
        <a:bodyPr/>
        <a:lstStyle/>
        <a:p>
          <a:endParaRPr lang="en-US"/>
        </a:p>
      </dgm:t>
    </dgm:pt>
    <dgm:pt modelId="{796B2CD9-B434-45FC-82C7-B010FCAC686E}" type="sibTrans" cxnId="{8EC4F29F-50A2-4107-905D-0AE756BE22CE}">
      <dgm:prSet/>
      <dgm:spPr/>
      <dgm:t>
        <a:bodyPr/>
        <a:lstStyle/>
        <a:p>
          <a:endParaRPr lang="en-US"/>
        </a:p>
      </dgm:t>
    </dgm:pt>
    <dgm:pt modelId="{68654ACD-5AA4-4DE4-8E9E-6FB2D140C504}">
      <dgm:prSet/>
      <dgm:spPr/>
      <dgm:t>
        <a:bodyPr/>
        <a:lstStyle/>
        <a:p>
          <a:r>
            <a:rPr lang="en-PH" dirty="0"/>
            <a:t>In NFR, where understanding and explaining the drivers of loss magnitude is critical, MAE is the better metric to consider. </a:t>
          </a:r>
          <a:endParaRPr lang="en-US" dirty="0"/>
        </a:p>
      </dgm:t>
    </dgm:pt>
    <dgm:pt modelId="{6A5D36DF-680B-4434-8E7D-2C16965E8A90}" type="parTrans" cxnId="{14CD320D-0DF6-4116-B4BA-ACD3033AF303}">
      <dgm:prSet/>
      <dgm:spPr/>
      <dgm:t>
        <a:bodyPr/>
        <a:lstStyle/>
        <a:p>
          <a:endParaRPr lang="en-US"/>
        </a:p>
      </dgm:t>
    </dgm:pt>
    <dgm:pt modelId="{FFAFE58D-519A-4617-AB56-9EE62C3DC7DE}" type="sibTrans" cxnId="{14CD320D-0DF6-4116-B4BA-ACD3033AF303}">
      <dgm:prSet/>
      <dgm:spPr/>
      <dgm:t>
        <a:bodyPr/>
        <a:lstStyle/>
        <a:p>
          <a:endParaRPr lang="en-US"/>
        </a:p>
      </dgm:t>
    </dgm:pt>
    <dgm:pt modelId="{4ED0F526-F255-4E5F-AE12-5E629B4DD777}">
      <dgm:prSet/>
      <dgm:spPr/>
      <dgm:t>
        <a:bodyPr/>
        <a:lstStyle/>
        <a:p>
          <a:r>
            <a:rPr lang="en-PH" b="1" dirty="0"/>
            <a:t>Model Choice: </a:t>
          </a:r>
          <a:r>
            <a:rPr lang="en-PH" dirty="0" err="1"/>
            <a:t>LightGBM</a:t>
          </a:r>
          <a:r>
            <a:rPr lang="en-PH" dirty="0"/>
            <a:t> - achieves the lowest MAE. </a:t>
          </a:r>
          <a:endParaRPr lang="en-US" dirty="0"/>
        </a:p>
      </dgm:t>
    </dgm:pt>
    <dgm:pt modelId="{66829A27-953E-46CB-A387-B00F08A7D529}" type="parTrans" cxnId="{338C2EC4-CEDC-45EB-A896-5105C91A8A91}">
      <dgm:prSet/>
      <dgm:spPr/>
      <dgm:t>
        <a:bodyPr/>
        <a:lstStyle/>
        <a:p>
          <a:endParaRPr lang="en-US"/>
        </a:p>
      </dgm:t>
    </dgm:pt>
    <dgm:pt modelId="{17503708-4DD5-4B81-AA14-56E343A3B400}" type="sibTrans" cxnId="{338C2EC4-CEDC-45EB-A896-5105C91A8A91}">
      <dgm:prSet/>
      <dgm:spPr/>
      <dgm:t>
        <a:bodyPr/>
        <a:lstStyle/>
        <a:p>
          <a:endParaRPr lang="en-US"/>
        </a:p>
      </dgm:t>
    </dgm:pt>
    <dgm:pt modelId="{70068460-FB96-F844-B42E-6549DBCDD6CC}" type="pres">
      <dgm:prSet presAssocID="{0F9E6749-CBE8-46F4-8F6F-912323AF3FB3}" presName="linear" presStyleCnt="0">
        <dgm:presLayoutVars>
          <dgm:animLvl val="lvl"/>
          <dgm:resizeHandles val="exact"/>
        </dgm:presLayoutVars>
      </dgm:prSet>
      <dgm:spPr/>
    </dgm:pt>
    <dgm:pt modelId="{555526EE-86F9-204D-9409-4FC5C5FE8886}" type="pres">
      <dgm:prSet presAssocID="{A1BB9281-B087-4CFD-BCE6-5E5F72DB04D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E8470F3-2A09-F049-86AE-018AA824C0B8}" type="pres">
      <dgm:prSet presAssocID="{AFC9EEBB-C67E-4A9F-8521-E4D34FA644A4}" presName="spacer" presStyleCnt="0"/>
      <dgm:spPr/>
    </dgm:pt>
    <dgm:pt modelId="{EA9CE882-2F1C-C447-8787-9E7B1BBCF487}" type="pres">
      <dgm:prSet presAssocID="{B6F17D4D-B921-437A-ADB5-78599DA07F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15E765D-47C3-0546-8E98-02E6B3096BC4}" type="pres">
      <dgm:prSet presAssocID="{9D3AAB93-A20F-4EE8-BF12-41148F0450BB}" presName="spacer" presStyleCnt="0"/>
      <dgm:spPr/>
    </dgm:pt>
    <dgm:pt modelId="{652E30D9-7046-684C-895B-D931D7251531}" type="pres">
      <dgm:prSet presAssocID="{720E166B-E8A5-4AC3-BEFE-94417DBB37F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766A42-CC51-8044-9A0C-B6E13DC6903C}" type="pres">
      <dgm:prSet presAssocID="{796B2CD9-B434-45FC-82C7-B010FCAC686E}" presName="spacer" presStyleCnt="0"/>
      <dgm:spPr/>
    </dgm:pt>
    <dgm:pt modelId="{5B56EF93-5A4F-144A-A13E-3E27035E9179}" type="pres">
      <dgm:prSet presAssocID="{68654ACD-5AA4-4DE4-8E9E-6FB2D140C50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5263706-DBC3-4348-91A1-76AE5ECF2170}" type="pres">
      <dgm:prSet presAssocID="{FFAFE58D-519A-4617-AB56-9EE62C3DC7DE}" presName="spacer" presStyleCnt="0"/>
      <dgm:spPr/>
    </dgm:pt>
    <dgm:pt modelId="{A74A2835-B7A7-8B46-9F29-79E46498F125}" type="pres">
      <dgm:prSet presAssocID="{4ED0F526-F255-4E5F-AE12-5E629B4DD7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B42109-BAE9-7941-BE74-74AB813A00EF}" type="presOf" srcId="{4ED0F526-F255-4E5F-AE12-5E629B4DD777}" destId="{A74A2835-B7A7-8B46-9F29-79E46498F125}" srcOrd="0" destOrd="0" presId="urn:microsoft.com/office/officeart/2005/8/layout/vList2"/>
    <dgm:cxn modelId="{14CD320D-0DF6-4116-B4BA-ACD3033AF303}" srcId="{0F9E6749-CBE8-46F4-8F6F-912323AF3FB3}" destId="{68654ACD-5AA4-4DE4-8E9E-6FB2D140C504}" srcOrd="3" destOrd="0" parTransId="{6A5D36DF-680B-4434-8E7D-2C16965E8A90}" sibTransId="{FFAFE58D-519A-4617-AB56-9EE62C3DC7DE}"/>
    <dgm:cxn modelId="{37AB683A-2818-5C49-B4CC-85D556C463DC}" type="presOf" srcId="{720E166B-E8A5-4AC3-BEFE-94417DBB37F2}" destId="{652E30D9-7046-684C-895B-D931D7251531}" srcOrd="0" destOrd="0" presId="urn:microsoft.com/office/officeart/2005/8/layout/vList2"/>
    <dgm:cxn modelId="{08FE8844-2F93-B244-BFBD-54986EA747F1}" type="presOf" srcId="{0F9E6749-CBE8-46F4-8F6F-912323AF3FB3}" destId="{70068460-FB96-F844-B42E-6549DBCDD6CC}" srcOrd="0" destOrd="0" presId="urn:microsoft.com/office/officeart/2005/8/layout/vList2"/>
    <dgm:cxn modelId="{0E6CF94F-4D6A-FD4E-B33C-A120D619F6B7}" type="presOf" srcId="{B6F17D4D-B921-437A-ADB5-78599DA07FA8}" destId="{EA9CE882-2F1C-C447-8787-9E7B1BBCF487}" srcOrd="0" destOrd="0" presId="urn:microsoft.com/office/officeart/2005/8/layout/vList2"/>
    <dgm:cxn modelId="{2FC9937A-1849-42A5-87DD-1C58A02409AC}" srcId="{0F9E6749-CBE8-46F4-8F6F-912323AF3FB3}" destId="{A1BB9281-B087-4CFD-BCE6-5E5F72DB04D2}" srcOrd="0" destOrd="0" parTransId="{29CBCA74-2C8D-4515-B28F-C4CC82D2D9D1}" sibTransId="{AFC9EEBB-C67E-4A9F-8521-E4D34FA644A4}"/>
    <dgm:cxn modelId="{0FADFB87-7D56-DF40-8A62-B182CDEC4CC3}" type="presOf" srcId="{A1BB9281-B087-4CFD-BCE6-5E5F72DB04D2}" destId="{555526EE-86F9-204D-9409-4FC5C5FE8886}" srcOrd="0" destOrd="0" presId="urn:microsoft.com/office/officeart/2005/8/layout/vList2"/>
    <dgm:cxn modelId="{8EC4F29F-50A2-4107-905D-0AE756BE22CE}" srcId="{0F9E6749-CBE8-46F4-8F6F-912323AF3FB3}" destId="{720E166B-E8A5-4AC3-BEFE-94417DBB37F2}" srcOrd="2" destOrd="0" parTransId="{E9C5CACB-61F3-431B-9955-8FA947537ACF}" sibTransId="{796B2CD9-B434-45FC-82C7-B010FCAC686E}"/>
    <dgm:cxn modelId="{316B79A5-4F53-4174-8B0B-55283EB65475}" srcId="{0F9E6749-CBE8-46F4-8F6F-912323AF3FB3}" destId="{B6F17D4D-B921-437A-ADB5-78599DA07FA8}" srcOrd="1" destOrd="0" parTransId="{C33EFF9E-DB5C-484C-9F8E-8D54616CA54C}" sibTransId="{9D3AAB93-A20F-4EE8-BF12-41148F0450BB}"/>
    <dgm:cxn modelId="{338C2EC4-CEDC-45EB-A896-5105C91A8A91}" srcId="{0F9E6749-CBE8-46F4-8F6F-912323AF3FB3}" destId="{4ED0F526-F255-4E5F-AE12-5E629B4DD777}" srcOrd="4" destOrd="0" parTransId="{66829A27-953E-46CB-A387-B00F08A7D529}" sibTransId="{17503708-4DD5-4B81-AA14-56E343A3B400}"/>
    <dgm:cxn modelId="{525CBAE4-03F9-B049-A81B-EB65DF26A123}" type="presOf" srcId="{68654ACD-5AA4-4DE4-8E9E-6FB2D140C504}" destId="{5B56EF93-5A4F-144A-A13E-3E27035E9179}" srcOrd="0" destOrd="0" presId="urn:microsoft.com/office/officeart/2005/8/layout/vList2"/>
    <dgm:cxn modelId="{B944F721-8745-DD46-B54E-C07236251144}" type="presParOf" srcId="{70068460-FB96-F844-B42E-6549DBCDD6CC}" destId="{555526EE-86F9-204D-9409-4FC5C5FE8886}" srcOrd="0" destOrd="0" presId="urn:microsoft.com/office/officeart/2005/8/layout/vList2"/>
    <dgm:cxn modelId="{8C2B372B-CA95-7A41-A2DD-218527309C78}" type="presParOf" srcId="{70068460-FB96-F844-B42E-6549DBCDD6CC}" destId="{FE8470F3-2A09-F049-86AE-018AA824C0B8}" srcOrd="1" destOrd="0" presId="urn:microsoft.com/office/officeart/2005/8/layout/vList2"/>
    <dgm:cxn modelId="{9550C25C-2D18-D547-AAA2-081F1577A340}" type="presParOf" srcId="{70068460-FB96-F844-B42E-6549DBCDD6CC}" destId="{EA9CE882-2F1C-C447-8787-9E7B1BBCF487}" srcOrd="2" destOrd="0" presId="urn:microsoft.com/office/officeart/2005/8/layout/vList2"/>
    <dgm:cxn modelId="{20B7B069-A4FA-D74B-96C9-AC8BE96B1127}" type="presParOf" srcId="{70068460-FB96-F844-B42E-6549DBCDD6CC}" destId="{D15E765D-47C3-0546-8E98-02E6B3096BC4}" srcOrd="3" destOrd="0" presId="urn:microsoft.com/office/officeart/2005/8/layout/vList2"/>
    <dgm:cxn modelId="{346AEA67-0406-4E40-B822-010D03CD158E}" type="presParOf" srcId="{70068460-FB96-F844-B42E-6549DBCDD6CC}" destId="{652E30D9-7046-684C-895B-D931D7251531}" srcOrd="4" destOrd="0" presId="urn:microsoft.com/office/officeart/2005/8/layout/vList2"/>
    <dgm:cxn modelId="{A188D59A-3810-9C4D-B035-9EDE469550B3}" type="presParOf" srcId="{70068460-FB96-F844-B42E-6549DBCDD6CC}" destId="{CA766A42-CC51-8044-9A0C-B6E13DC6903C}" srcOrd="5" destOrd="0" presId="urn:microsoft.com/office/officeart/2005/8/layout/vList2"/>
    <dgm:cxn modelId="{3F7BE3D4-95B7-FE44-B380-890111EB1AB3}" type="presParOf" srcId="{70068460-FB96-F844-B42E-6549DBCDD6CC}" destId="{5B56EF93-5A4F-144A-A13E-3E27035E9179}" srcOrd="6" destOrd="0" presId="urn:microsoft.com/office/officeart/2005/8/layout/vList2"/>
    <dgm:cxn modelId="{9AE5B3C0-FD07-EF49-A05D-B550EC270374}" type="presParOf" srcId="{70068460-FB96-F844-B42E-6549DBCDD6CC}" destId="{B5263706-DBC3-4348-91A1-76AE5ECF2170}" srcOrd="7" destOrd="0" presId="urn:microsoft.com/office/officeart/2005/8/layout/vList2"/>
    <dgm:cxn modelId="{C6D63EA0-C3A1-BA4D-A31E-680AE55A3A7D}" type="presParOf" srcId="{70068460-FB96-F844-B42E-6549DBCDD6CC}" destId="{A74A2835-B7A7-8B46-9F29-79E46498F1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D4560F-C9A8-4894-9EF5-48789254D263}" type="doc">
      <dgm:prSet loTypeId="urn:microsoft.com/office/officeart/2005/8/layout/vList5" loCatId="list" qsTypeId="urn:microsoft.com/office/officeart/2005/8/quickstyle/simple4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6144E69D-112D-496A-A3BF-4558609D8CE9}">
      <dgm:prSet/>
      <dgm:spPr/>
      <dgm:t>
        <a:bodyPr/>
        <a:lstStyle/>
        <a:p>
          <a:r>
            <a:rPr lang="en-PH"/>
            <a:t>UNIT_116</a:t>
          </a:r>
          <a:endParaRPr lang="en-US"/>
        </a:p>
      </dgm:t>
    </dgm:pt>
    <dgm:pt modelId="{FCDDF4E0-DAF1-46FE-A1F5-E2C7B7FE0346}" type="parTrans" cxnId="{5DFBF89A-369B-42AA-8771-75C5A987AA9A}">
      <dgm:prSet/>
      <dgm:spPr/>
      <dgm:t>
        <a:bodyPr/>
        <a:lstStyle/>
        <a:p>
          <a:endParaRPr lang="en-US"/>
        </a:p>
      </dgm:t>
    </dgm:pt>
    <dgm:pt modelId="{F2E001E7-5A52-4F3C-B708-B4F363AAB192}" type="sibTrans" cxnId="{5DFBF89A-369B-42AA-8771-75C5A987AA9A}">
      <dgm:prSet/>
      <dgm:spPr/>
      <dgm:t>
        <a:bodyPr/>
        <a:lstStyle/>
        <a:p>
          <a:endParaRPr lang="en-US"/>
        </a:p>
      </dgm:t>
    </dgm:pt>
    <dgm:pt modelId="{9594D4B8-56FD-416B-A316-50672F762918}">
      <dgm:prSet/>
      <dgm:spPr/>
      <dgm:t>
        <a:bodyPr/>
        <a:lstStyle/>
        <a:p>
          <a:r>
            <a:rPr lang="en-PH" dirty="0"/>
            <a:t>UNIT_112</a:t>
          </a:r>
          <a:endParaRPr lang="en-US" dirty="0"/>
        </a:p>
      </dgm:t>
    </dgm:pt>
    <dgm:pt modelId="{D5ADBFF4-EE14-40C8-B053-3C8CFA2BCE03}" type="parTrans" cxnId="{0C1DCC21-EC0C-46BA-BADA-FE00D52132E5}">
      <dgm:prSet/>
      <dgm:spPr/>
      <dgm:t>
        <a:bodyPr/>
        <a:lstStyle/>
        <a:p>
          <a:endParaRPr lang="en-US"/>
        </a:p>
      </dgm:t>
    </dgm:pt>
    <dgm:pt modelId="{6A8F0498-222F-4504-BAB6-30EEB84FD726}" type="sibTrans" cxnId="{0C1DCC21-EC0C-46BA-BADA-FE00D52132E5}">
      <dgm:prSet/>
      <dgm:spPr/>
      <dgm:t>
        <a:bodyPr/>
        <a:lstStyle/>
        <a:p>
          <a:endParaRPr lang="en-US"/>
        </a:p>
      </dgm:t>
    </dgm:pt>
    <dgm:pt modelId="{3F62834D-0AEA-4408-863C-23772AAE1B5F}">
      <dgm:prSet/>
      <dgm:spPr/>
      <dgm:t>
        <a:bodyPr/>
        <a:lstStyle/>
        <a:p>
          <a:r>
            <a:rPr lang="en-PH" dirty="0"/>
            <a:t>UNIT_045</a:t>
          </a:r>
          <a:endParaRPr lang="en-US" dirty="0"/>
        </a:p>
      </dgm:t>
    </dgm:pt>
    <dgm:pt modelId="{7408DCFB-2487-4609-B28F-45486888DE5B}" type="parTrans" cxnId="{9936696C-1A3A-45A4-AD7C-9021D0282E7F}">
      <dgm:prSet/>
      <dgm:spPr/>
      <dgm:t>
        <a:bodyPr/>
        <a:lstStyle/>
        <a:p>
          <a:endParaRPr lang="en-US"/>
        </a:p>
      </dgm:t>
    </dgm:pt>
    <dgm:pt modelId="{80D833CA-E94F-4E44-A07E-FBDA6AAFC478}" type="sibTrans" cxnId="{9936696C-1A3A-45A4-AD7C-9021D0282E7F}">
      <dgm:prSet/>
      <dgm:spPr/>
      <dgm:t>
        <a:bodyPr/>
        <a:lstStyle/>
        <a:p>
          <a:endParaRPr lang="en-US"/>
        </a:p>
      </dgm:t>
    </dgm:pt>
    <dgm:pt modelId="{76E598FD-0FE0-409F-8499-E1F527963055}">
      <dgm:prSet/>
      <dgm:spPr/>
      <dgm:t>
        <a:bodyPr/>
        <a:lstStyle/>
        <a:p>
          <a:r>
            <a:rPr lang="en-PH"/>
            <a:t>UNIT_098</a:t>
          </a:r>
          <a:endParaRPr lang="en-US"/>
        </a:p>
      </dgm:t>
    </dgm:pt>
    <dgm:pt modelId="{DAD73A68-0A68-49B9-B332-02F4D6CE825C}" type="parTrans" cxnId="{D21402D5-4CFD-4B5C-87B6-DA9038C36AEE}">
      <dgm:prSet/>
      <dgm:spPr/>
      <dgm:t>
        <a:bodyPr/>
        <a:lstStyle/>
        <a:p>
          <a:endParaRPr lang="en-US"/>
        </a:p>
      </dgm:t>
    </dgm:pt>
    <dgm:pt modelId="{A5B4EF73-5ACB-4A8A-A23B-F9D5FACB1C97}" type="sibTrans" cxnId="{D21402D5-4CFD-4B5C-87B6-DA9038C36AEE}">
      <dgm:prSet/>
      <dgm:spPr/>
      <dgm:t>
        <a:bodyPr/>
        <a:lstStyle/>
        <a:p>
          <a:endParaRPr lang="en-US"/>
        </a:p>
      </dgm:t>
    </dgm:pt>
    <dgm:pt modelId="{97ED93F9-8C1B-4A6D-977A-7480DC4080EB}">
      <dgm:prSet/>
      <dgm:spPr/>
      <dgm:t>
        <a:bodyPr/>
        <a:lstStyle/>
        <a:p>
          <a:r>
            <a:rPr lang="en-PH"/>
            <a:t>UNIT_070</a:t>
          </a:r>
          <a:endParaRPr lang="en-US"/>
        </a:p>
      </dgm:t>
    </dgm:pt>
    <dgm:pt modelId="{905AE587-B726-46DE-8B37-523B828009B8}" type="parTrans" cxnId="{FADB6C48-7A54-4753-AD25-5A1E15486C18}">
      <dgm:prSet/>
      <dgm:spPr/>
      <dgm:t>
        <a:bodyPr/>
        <a:lstStyle/>
        <a:p>
          <a:endParaRPr lang="en-US"/>
        </a:p>
      </dgm:t>
    </dgm:pt>
    <dgm:pt modelId="{BC842A63-6763-41CA-AF21-3858100A81D0}" type="sibTrans" cxnId="{FADB6C48-7A54-4753-AD25-5A1E15486C18}">
      <dgm:prSet/>
      <dgm:spPr/>
      <dgm:t>
        <a:bodyPr/>
        <a:lstStyle/>
        <a:p>
          <a:endParaRPr lang="en-US"/>
        </a:p>
      </dgm:t>
    </dgm:pt>
    <dgm:pt modelId="{2F90C428-BC6A-4F2D-97E7-31D29EE13164}">
      <dgm:prSet/>
      <dgm:spPr/>
      <dgm:t>
        <a:bodyPr/>
        <a:lstStyle/>
        <a:p>
          <a:r>
            <a:rPr lang="en-PH"/>
            <a:t>UNIT_051</a:t>
          </a:r>
          <a:endParaRPr lang="en-US"/>
        </a:p>
      </dgm:t>
    </dgm:pt>
    <dgm:pt modelId="{A00B105C-940D-43D8-AA4B-57BCD4BECE91}" type="parTrans" cxnId="{0DDFADAC-A12C-4794-A38C-6CD5CDB7AC43}">
      <dgm:prSet/>
      <dgm:spPr/>
      <dgm:t>
        <a:bodyPr/>
        <a:lstStyle/>
        <a:p>
          <a:endParaRPr lang="en-US"/>
        </a:p>
      </dgm:t>
    </dgm:pt>
    <dgm:pt modelId="{88C04058-6EF8-46D0-9528-369A8AFE1F24}" type="sibTrans" cxnId="{0DDFADAC-A12C-4794-A38C-6CD5CDB7AC43}">
      <dgm:prSet/>
      <dgm:spPr/>
      <dgm:t>
        <a:bodyPr/>
        <a:lstStyle/>
        <a:p>
          <a:endParaRPr lang="en-US"/>
        </a:p>
      </dgm:t>
    </dgm:pt>
    <dgm:pt modelId="{D1A02758-9D0D-43BC-9FAE-D3C62C0CF564}">
      <dgm:prSet/>
      <dgm:spPr/>
      <dgm:t>
        <a:bodyPr/>
        <a:lstStyle/>
        <a:p>
          <a:r>
            <a:rPr lang="en-PH"/>
            <a:t>UNIT_090</a:t>
          </a:r>
          <a:endParaRPr lang="en-US"/>
        </a:p>
      </dgm:t>
    </dgm:pt>
    <dgm:pt modelId="{A12ADAD9-8513-4A92-A433-67E5A08B92FD}" type="parTrans" cxnId="{7F061EFB-A2F9-4C5C-8FC0-D6187933A63A}">
      <dgm:prSet/>
      <dgm:spPr/>
      <dgm:t>
        <a:bodyPr/>
        <a:lstStyle/>
        <a:p>
          <a:endParaRPr lang="en-US"/>
        </a:p>
      </dgm:t>
    </dgm:pt>
    <dgm:pt modelId="{4FE1D196-E536-4650-AB47-675D0EBE9471}" type="sibTrans" cxnId="{7F061EFB-A2F9-4C5C-8FC0-D6187933A63A}">
      <dgm:prSet/>
      <dgm:spPr/>
      <dgm:t>
        <a:bodyPr/>
        <a:lstStyle/>
        <a:p>
          <a:endParaRPr lang="en-US"/>
        </a:p>
      </dgm:t>
    </dgm:pt>
    <dgm:pt modelId="{75AE5048-D7ED-4064-8945-0729FD4D023B}">
      <dgm:prSet/>
      <dgm:spPr/>
      <dgm:t>
        <a:bodyPr/>
        <a:lstStyle/>
        <a:p>
          <a:r>
            <a:rPr lang="en-PH"/>
            <a:t>UNIT_017</a:t>
          </a:r>
          <a:endParaRPr lang="en-US"/>
        </a:p>
      </dgm:t>
    </dgm:pt>
    <dgm:pt modelId="{3B0C23A7-D857-48ED-B2B2-1A2C96824A51}" type="parTrans" cxnId="{A3443C68-C887-46B9-B2F4-577031A49C43}">
      <dgm:prSet/>
      <dgm:spPr/>
      <dgm:t>
        <a:bodyPr/>
        <a:lstStyle/>
        <a:p>
          <a:endParaRPr lang="en-US"/>
        </a:p>
      </dgm:t>
    </dgm:pt>
    <dgm:pt modelId="{DF824D68-AE09-405E-B5D5-EEF805D18ED8}" type="sibTrans" cxnId="{A3443C68-C887-46B9-B2F4-577031A49C43}">
      <dgm:prSet/>
      <dgm:spPr/>
      <dgm:t>
        <a:bodyPr/>
        <a:lstStyle/>
        <a:p>
          <a:endParaRPr lang="en-US"/>
        </a:p>
      </dgm:t>
    </dgm:pt>
    <dgm:pt modelId="{3E9ED694-74B4-4640-8712-0F4EBBFE116D}">
      <dgm:prSet/>
      <dgm:spPr/>
      <dgm:t>
        <a:bodyPr/>
        <a:lstStyle/>
        <a:p>
          <a:r>
            <a:rPr lang="en-PH"/>
            <a:t>UNIT_032</a:t>
          </a:r>
          <a:endParaRPr lang="en-US"/>
        </a:p>
      </dgm:t>
    </dgm:pt>
    <dgm:pt modelId="{AB67E200-14ED-481D-8A6B-4BEC6DF96D6D}" type="parTrans" cxnId="{6F4A5C19-6257-4F6D-86DA-D3F852BBFD53}">
      <dgm:prSet/>
      <dgm:spPr/>
      <dgm:t>
        <a:bodyPr/>
        <a:lstStyle/>
        <a:p>
          <a:endParaRPr lang="en-US"/>
        </a:p>
      </dgm:t>
    </dgm:pt>
    <dgm:pt modelId="{842790C9-8536-415B-B262-70794DF2B50E}" type="sibTrans" cxnId="{6F4A5C19-6257-4F6D-86DA-D3F852BBFD53}">
      <dgm:prSet/>
      <dgm:spPr/>
      <dgm:t>
        <a:bodyPr/>
        <a:lstStyle/>
        <a:p>
          <a:endParaRPr lang="en-US"/>
        </a:p>
      </dgm:t>
    </dgm:pt>
    <dgm:pt modelId="{B6EA777B-89B1-4423-91FC-99266E059E82}">
      <dgm:prSet/>
      <dgm:spPr/>
      <dgm:t>
        <a:bodyPr/>
        <a:lstStyle/>
        <a:p>
          <a:r>
            <a:rPr lang="en-PH"/>
            <a:t>UNIT_103</a:t>
          </a:r>
          <a:r>
            <a:rPr lang="en-US"/>
            <a:t> </a:t>
          </a:r>
        </a:p>
      </dgm:t>
    </dgm:pt>
    <dgm:pt modelId="{3E41DAEB-3C7E-4F4E-BEE4-D8337578B3DF}" type="parTrans" cxnId="{50251441-F6B6-4697-8AB6-24CAF08BF3E5}">
      <dgm:prSet/>
      <dgm:spPr/>
      <dgm:t>
        <a:bodyPr/>
        <a:lstStyle/>
        <a:p>
          <a:endParaRPr lang="en-US"/>
        </a:p>
      </dgm:t>
    </dgm:pt>
    <dgm:pt modelId="{02A4E010-58FB-4E64-AA66-94762383D01C}" type="sibTrans" cxnId="{50251441-F6B6-4697-8AB6-24CAF08BF3E5}">
      <dgm:prSet/>
      <dgm:spPr/>
      <dgm:t>
        <a:bodyPr/>
        <a:lstStyle/>
        <a:p>
          <a:endParaRPr lang="en-US"/>
        </a:p>
      </dgm:t>
    </dgm:pt>
    <dgm:pt modelId="{873D928E-4EBD-4C49-8290-62BABED2A1D6}" type="pres">
      <dgm:prSet presAssocID="{63D4560F-C9A8-4894-9EF5-48789254D263}" presName="Name0" presStyleCnt="0">
        <dgm:presLayoutVars>
          <dgm:dir/>
          <dgm:animLvl val="lvl"/>
          <dgm:resizeHandles val="exact"/>
        </dgm:presLayoutVars>
      </dgm:prSet>
      <dgm:spPr/>
    </dgm:pt>
    <dgm:pt modelId="{E030C363-73FB-6642-9FD3-F2EACECAE8A4}" type="pres">
      <dgm:prSet presAssocID="{6144E69D-112D-496A-A3BF-4558609D8CE9}" presName="linNode" presStyleCnt="0"/>
      <dgm:spPr/>
    </dgm:pt>
    <dgm:pt modelId="{A8A3A08B-34A0-BB4D-8060-141E3C6E7669}" type="pres">
      <dgm:prSet presAssocID="{6144E69D-112D-496A-A3BF-4558609D8CE9}" presName="parentText" presStyleLbl="node1" presStyleIdx="0" presStyleCnt="10">
        <dgm:presLayoutVars>
          <dgm:chMax val="1"/>
          <dgm:bulletEnabled val="1"/>
        </dgm:presLayoutVars>
      </dgm:prSet>
      <dgm:spPr/>
    </dgm:pt>
    <dgm:pt modelId="{54167D9B-6AAE-544F-A31E-0973DA6A2F10}" type="pres">
      <dgm:prSet presAssocID="{F2E001E7-5A52-4F3C-B708-B4F363AAB192}" presName="sp" presStyleCnt="0"/>
      <dgm:spPr/>
    </dgm:pt>
    <dgm:pt modelId="{3FD4299A-00F2-0241-A83B-B69DABC9B338}" type="pres">
      <dgm:prSet presAssocID="{9594D4B8-56FD-416B-A316-50672F762918}" presName="linNode" presStyleCnt="0"/>
      <dgm:spPr/>
    </dgm:pt>
    <dgm:pt modelId="{E565738C-BD0F-144D-9236-F4D96CDAD572}" type="pres">
      <dgm:prSet presAssocID="{9594D4B8-56FD-416B-A316-50672F762918}" presName="parentText" presStyleLbl="node1" presStyleIdx="1" presStyleCnt="10">
        <dgm:presLayoutVars>
          <dgm:chMax val="1"/>
          <dgm:bulletEnabled val="1"/>
        </dgm:presLayoutVars>
      </dgm:prSet>
      <dgm:spPr/>
    </dgm:pt>
    <dgm:pt modelId="{30D6621E-E549-864D-8FA9-6ADAB96444BA}" type="pres">
      <dgm:prSet presAssocID="{6A8F0498-222F-4504-BAB6-30EEB84FD726}" presName="sp" presStyleCnt="0"/>
      <dgm:spPr/>
    </dgm:pt>
    <dgm:pt modelId="{C9D6BC63-E5BD-F449-BE06-D71BBF419A28}" type="pres">
      <dgm:prSet presAssocID="{3F62834D-0AEA-4408-863C-23772AAE1B5F}" presName="linNode" presStyleCnt="0"/>
      <dgm:spPr/>
    </dgm:pt>
    <dgm:pt modelId="{B24DC150-32B6-0A44-A0C7-CBFEBCD23734}" type="pres">
      <dgm:prSet presAssocID="{3F62834D-0AEA-4408-863C-23772AAE1B5F}" presName="parentText" presStyleLbl="node1" presStyleIdx="2" presStyleCnt="10">
        <dgm:presLayoutVars>
          <dgm:chMax val="1"/>
          <dgm:bulletEnabled val="1"/>
        </dgm:presLayoutVars>
      </dgm:prSet>
      <dgm:spPr/>
    </dgm:pt>
    <dgm:pt modelId="{87CC73DB-BD3D-024A-AFC2-9C45387FE5E1}" type="pres">
      <dgm:prSet presAssocID="{80D833CA-E94F-4E44-A07E-FBDA6AAFC478}" presName="sp" presStyleCnt="0"/>
      <dgm:spPr/>
    </dgm:pt>
    <dgm:pt modelId="{9F3C4D2B-E510-1241-840E-500A58766452}" type="pres">
      <dgm:prSet presAssocID="{76E598FD-0FE0-409F-8499-E1F527963055}" presName="linNode" presStyleCnt="0"/>
      <dgm:spPr/>
    </dgm:pt>
    <dgm:pt modelId="{DD5A24E8-4E12-B941-9A13-9E72C43F5E90}" type="pres">
      <dgm:prSet presAssocID="{76E598FD-0FE0-409F-8499-E1F527963055}" presName="parentText" presStyleLbl="node1" presStyleIdx="3" presStyleCnt="10">
        <dgm:presLayoutVars>
          <dgm:chMax val="1"/>
          <dgm:bulletEnabled val="1"/>
        </dgm:presLayoutVars>
      </dgm:prSet>
      <dgm:spPr/>
    </dgm:pt>
    <dgm:pt modelId="{E2EE170E-A82C-7E49-A72A-A80DF0815BCE}" type="pres">
      <dgm:prSet presAssocID="{A5B4EF73-5ACB-4A8A-A23B-F9D5FACB1C97}" presName="sp" presStyleCnt="0"/>
      <dgm:spPr/>
    </dgm:pt>
    <dgm:pt modelId="{E5FD8BD2-83DC-0747-A2D9-9BB187408352}" type="pres">
      <dgm:prSet presAssocID="{97ED93F9-8C1B-4A6D-977A-7480DC4080EB}" presName="linNode" presStyleCnt="0"/>
      <dgm:spPr/>
    </dgm:pt>
    <dgm:pt modelId="{CBC723A4-24E1-274A-9039-7E5C4178D73A}" type="pres">
      <dgm:prSet presAssocID="{97ED93F9-8C1B-4A6D-977A-7480DC4080EB}" presName="parentText" presStyleLbl="node1" presStyleIdx="4" presStyleCnt="10">
        <dgm:presLayoutVars>
          <dgm:chMax val="1"/>
          <dgm:bulletEnabled val="1"/>
        </dgm:presLayoutVars>
      </dgm:prSet>
      <dgm:spPr/>
    </dgm:pt>
    <dgm:pt modelId="{60568E8C-B226-6C45-ABBA-5C372B5A2004}" type="pres">
      <dgm:prSet presAssocID="{BC842A63-6763-41CA-AF21-3858100A81D0}" presName="sp" presStyleCnt="0"/>
      <dgm:spPr/>
    </dgm:pt>
    <dgm:pt modelId="{75F4E1D7-4F4F-844A-AE70-F57D08945D4D}" type="pres">
      <dgm:prSet presAssocID="{2F90C428-BC6A-4F2D-97E7-31D29EE13164}" presName="linNode" presStyleCnt="0"/>
      <dgm:spPr/>
    </dgm:pt>
    <dgm:pt modelId="{0457F756-1B13-7D4C-BDC6-4F9EA12F69E2}" type="pres">
      <dgm:prSet presAssocID="{2F90C428-BC6A-4F2D-97E7-31D29EE13164}" presName="parentText" presStyleLbl="node1" presStyleIdx="5" presStyleCnt="10">
        <dgm:presLayoutVars>
          <dgm:chMax val="1"/>
          <dgm:bulletEnabled val="1"/>
        </dgm:presLayoutVars>
      </dgm:prSet>
      <dgm:spPr/>
    </dgm:pt>
    <dgm:pt modelId="{B93803A7-B639-EB44-9B04-B328AD091012}" type="pres">
      <dgm:prSet presAssocID="{88C04058-6EF8-46D0-9528-369A8AFE1F24}" presName="sp" presStyleCnt="0"/>
      <dgm:spPr/>
    </dgm:pt>
    <dgm:pt modelId="{EC51713B-092B-484B-995B-8CE32BCEBF4D}" type="pres">
      <dgm:prSet presAssocID="{D1A02758-9D0D-43BC-9FAE-D3C62C0CF564}" presName="linNode" presStyleCnt="0"/>
      <dgm:spPr/>
    </dgm:pt>
    <dgm:pt modelId="{74889B60-7C69-F94B-9C9C-71F8805EFAC1}" type="pres">
      <dgm:prSet presAssocID="{D1A02758-9D0D-43BC-9FAE-D3C62C0CF564}" presName="parentText" presStyleLbl="node1" presStyleIdx="6" presStyleCnt="10">
        <dgm:presLayoutVars>
          <dgm:chMax val="1"/>
          <dgm:bulletEnabled val="1"/>
        </dgm:presLayoutVars>
      </dgm:prSet>
      <dgm:spPr/>
    </dgm:pt>
    <dgm:pt modelId="{A461BA4D-98B9-4C48-9119-0EF7EE1344C2}" type="pres">
      <dgm:prSet presAssocID="{4FE1D196-E536-4650-AB47-675D0EBE9471}" presName="sp" presStyleCnt="0"/>
      <dgm:spPr/>
    </dgm:pt>
    <dgm:pt modelId="{592E9C79-AA1A-E04E-8F0D-AD92C88FC585}" type="pres">
      <dgm:prSet presAssocID="{75AE5048-D7ED-4064-8945-0729FD4D023B}" presName="linNode" presStyleCnt="0"/>
      <dgm:spPr/>
    </dgm:pt>
    <dgm:pt modelId="{8B1C90CA-6F1D-CC4C-A9AB-A3ACA0D18ECC}" type="pres">
      <dgm:prSet presAssocID="{75AE5048-D7ED-4064-8945-0729FD4D023B}" presName="parentText" presStyleLbl="node1" presStyleIdx="7" presStyleCnt="10">
        <dgm:presLayoutVars>
          <dgm:chMax val="1"/>
          <dgm:bulletEnabled val="1"/>
        </dgm:presLayoutVars>
      </dgm:prSet>
      <dgm:spPr/>
    </dgm:pt>
    <dgm:pt modelId="{25F916C8-02ED-AF4A-ABB9-C167F86E96B3}" type="pres">
      <dgm:prSet presAssocID="{DF824D68-AE09-405E-B5D5-EEF805D18ED8}" presName="sp" presStyleCnt="0"/>
      <dgm:spPr/>
    </dgm:pt>
    <dgm:pt modelId="{B209184D-7A64-8D4B-95B3-3D83A3B5B761}" type="pres">
      <dgm:prSet presAssocID="{3E9ED694-74B4-4640-8712-0F4EBBFE116D}" presName="linNode" presStyleCnt="0"/>
      <dgm:spPr/>
    </dgm:pt>
    <dgm:pt modelId="{2915C420-B99C-584B-9D9F-D46E8392A31C}" type="pres">
      <dgm:prSet presAssocID="{3E9ED694-74B4-4640-8712-0F4EBBFE116D}" presName="parentText" presStyleLbl="node1" presStyleIdx="8" presStyleCnt="10">
        <dgm:presLayoutVars>
          <dgm:chMax val="1"/>
          <dgm:bulletEnabled val="1"/>
        </dgm:presLayoutVars>
      </dgm:prSet>
      <dgm:spPr/>
    </dgm:pt>
    <dgm:pt modelId="{F666B0CB-31CD-254C-8D9F-B98FB1A60FEC}" type="pres">
      <dgm:prSet presAssocID="{842790C9-8536-415B-B262-70794DF2B50E}" presName="sp" presStyleCnt="0"/>
      <dgm:spPr/>
    </dgm:pt>
    <dgm:pt modelId="{D88927D1-14C7-414A-BC81-440F7F98D469}" type="pres">
      <dgm:prSet presAssocID="{B6EA777B-89B1-4423-91FC-99266E059E82}" presName="linNode" presStyleCnt="0"/>
      <dgm:spPr/>
    </dgm:pt>
    <dgm:pt modelId="{F7800262-C01C-C24E-A5C2-A90F78E12CC0}" type="pres">
      <dgm:prSet presAssocID="{B6EA777B-89B1-4423-91FC-99266E059E82}" presName="parentText" presStyleLbl="node1" presStyleIdx="9" presStyleCnt="10">
        <dgm:presLayoutVars>
          <dgm:chMax val="1"/>
          <dgm:bulletEnabled val="1"/>
        </dgm:presLayoutVars>
      </dgm:prSet>
      <dgm:spPr/>
    </dgm:pt>
  </dgm:ptLst>
  <dgm:cxnLst>
    <dgm:cxn modelId="{6F4A5C19-6257-4F6D-86DA-D3F852BBFD53}" srcId="{63D4560F-C9A8-4894-9EF5-48789254D263}" destId="{3E9ED694-74B4-4640-8712-0F4EBBFE116D}" srcOrd="8" destOrd="0" parTransId="{AB67E200-14ED-481D-8A6B-4BEC6DF96D6D}" sibTransId="{842790C9-8536-415B-B262-70794DF2B50E}"/>
    <dgm:cxn modelId="{10EFF61C-FAA9-B349-8946-BE1CCCA4D5E9}" type="presOf" srcId="{76E598FD-0FE0-409F-8499-E1F527963055}" destId="{DD5A24E8-4E12-B941-9A13-9E72C43F5E90}" srcOrd="0" destOrd="0" presId="urn:microsoft.com/office/officeart/2005/8/layout/vList5"/>
    <dgm:cxn modelId="{0C1DCC21-EC0C-46BA-BADA-FE00D52132E5}" srcId="{63D4560F-C9A8-4894-9EF5-48789254D263}" destId="{9594D4B8-56FD-416B-A316-50672F762918}" srcOrd="1" destOrd="0" parTransId="{D5ADBFF4-EE14-40C8-B053-3C8CFA2BCE03}" sibTransId="{6A8F0498-222F-4504-BAB6-30EEB84FD726}"/>
    <dgm:cxn modelId="{EA711938-C2E4-6C48-8D9E-DE48C064461C}" type="presOf" srcId="{6144E69D-112D-496A-A3BF-4558609D8CE9}" destId="{A8A3A08B-34A0-BB4D-8060-141E3C6E7669}" srcOrd="0" destOrd="0" presId="urn:microsoft.com/office/officeart/2005/8/layout/vList5"/>
    <dgm:cxn modelId="{50251441-F6B6-4697-8AB6-24CAF08BF3E5}" srcId="{63D4560F-C9A8-4894-9EF5-48789254D263}" destId="{B6EA777B-89B1-4423-91FC-99266E059E82}" srcOrd="9" destOrd="0" parTransId="{3E41DAEB-3C7E-4F4E-BEE4-D8337578B3DF}" sibTransId="{02A4E010-58FB-4E64-AA66-94762383D01C}"/>
    <dgm:cxn modelId="{B99EFD42-BEAB-1D49-BB3B-B05A31CE2578}" type="presOf" srcId="{3F62834D-0AEA-4408-863C-23772AAE1B5F}" destId="{B24DC150-32B6-0A44-A0C7-CBFEBCD23734}" srcOrd="0" destOrd="0" presId="urn:microsoft.com/office/officeart/2005/8/layout/vList5"/>
    <dgm:cxn modelId="{87A6C345-D73C-B04D-B034-516D1509D600}" type="presOf" srcId="{2F90C428-BC6A-4F2D-97E7-31D29EE13164}" destId="{0457F756-1B13-7D4C-BDC6-4F9EA12F69E2}" srcOrd="0" destOrd="0" presId="urn:microsoft.com/office/officeart/2005/8/layout/vList5"/>
    <dgm:cxn modelId="{FADB6C48-7A54-4753-AD25-5A1E15486C18}" srcId="{63D4560F-C9A8-4894-9EF5-48789254D263}" destId="{97ED93F9-8C1B-4A6D-977A-7480DC4080EB}" srcOrd="4" destOrd="0" parTransId="{905AE587-B726-46DE-8B37-523B828009B8}" sibTransId="{BC842A63-6763-41CA-AF21-3858100A81D0}"/>
    <dgm:cxn modelId="{8AF3C651-0D0A-6E4D-945D-990D6AA73CD8}" type="presOf" srcId="{75AE5048-D7ED-4064-8945-0729FD4D023B}" destId="{8B1C90CA-6F1D-CC4C-A9AB-A3ACA0D18ECC}" srcOrd="0" destOrd="0" presId="urn:microsoft.com/office/officeart/2005/8/layout/vList5"/>
    <dgm:cxn modelId="{8C117C5C-C08C-DD48-9FE5-012C85BB1319}" type="presOf" srcId="{D1A02758-9D0D-43BC-9FAE-D3C62C0CF564}" destId="{74889B60-7C69-F94B-9C9C-71F8805EFAC1}" srcOrd="0" destOrd="0" presId="urn:microsoft.com/office/officeart/2005/8/layout/vList5"/>
    <dgm:cxn modelId="{01C3895D-E8B1-C24B-9173-5BF4BF18CE5C}" type="presOf" srcId="{9594D4B8-56FD-416B-A316-50672F762918}" destId="{E565738C-BD0F-144D-9236-F4D96CDAD572}" srcOrd="0" destOrd="0" presId="urn:microsoft.com/office/officeart/2005/8/layout/vList5"/>
    <dgm:cxn modelId="{A3443C68-C887-46B9-B2F4-577031A49C43}" srcId="{63D4560F-C9A8-4894-9EF5-48789254D263}" destId="{75AE5048-D7ED-4064-8945-0729FD4D023B}" srcOrd="7" destOrd="0" parTransId="{3B0C23A7-D857-48ED-B2B2-1A2C96824A51}" sibTransId="{DF824D68-AE09-405E-B5D5-EEF805D18ED8}"/>
    <dgm:cxn modelId="{9936696C-1A3A-45A4-AD7C-9021D0282E7F}" srcId="{63D4560F-C9A8-4894-9EF5-48789254D263}" destId="{3F62834D-0AEA-4408-863C-23772AAE1B5F}" srcOrd="2" destOrd="0" parTransId="{7408DCFB-2487-4609-B28F-45486888DE5B}" sibTransId="{80D833CA-E94F-4E44-A07E-FBDA6AAFC478}"/>
    <dgm:cxn modelId="{3B636A88-A0F4-7448-A235-08E8724FA42F}" type="presOf" srcId="{97ED93F9-8C1B-4A6D-977A-7480DC4080EB}" destId="{CBC723A4-24E1-274A-9039-7E5C4178D73A}" srcOrd="0" destOrd="0" presId="urn:microsoft.com/office/officeart/2005/8/layout/vList5"/>
    <dgm:cxn modelId="{94084892-2829-B743-9AE8-F6EC853C4D65}" type="presOf" srcId="{B6EA777B-89B1-4423-91FC-99266E059E82}" destId="{F7800262-C01C-C24E-A5C2-A90F78E12CC0}" srcOrd="0" destOrd="0" presId="urn:microsoft.com/office/officeart/2005/8/layout/vList5"/>
    <dgm:cxn modelId="{5DFBF89A-369B-42AA-8771-75C5A987AA9A}" srcId="{63D4560F-C9A8-4894-9EF5-48789254D263}" destId="{6144E69D-112D-496A-A3BF-4558609D8CE9}" srcOrd="0" destOrd="0" parTransId="{FCDDF4E0-DAF1-46FE-A1F5-E2C7B7FE0346}" sibTransId="{F2E001E7-5A52-4F3C-B708-B4F363AAB192}"/>
    <dgm:cxn modelId="{0DDFADAC-A12C-4794-A38C-6CD5CDB7AC43}" srcId="{63D4560F-C9A8-4894-9EF5-48789254D263}" destId="{2F90C428-BC6A-4F2D-97E7-31D29EE13164}" srcOrd="5" destOrd="0" parTransId="{A00B105C-940D-43D8-AA4B-57BCD4BECE91}" sibTransId="{88C04058-6EF8-46D0-9528-369A8AFE1F24}"/>
    <dgm:cxn modelId="{D21402D5-4CFD-4B5C-87B6-DA9038C36AEE}" srcId="{63D4560F-C9A8-4894-9EF5-48789254D263}" destId="{76E598FD-0FE0-409F-8499-E1F527963055}" srcOrd="3" destOrd="0" parTransId="{DAD73A68-0A68-49B9-B332-02F4D6CE825C}" sibTransId="{A5B4EF73-5ACB-4A8A-A23B-F9D5FACB1C97}"/>
    <dgm:cxn modelId="{D607E7E5-3802-2141-9FDA-D8C3DCC58F24}" type="presOf" srcId="{3E9ED694-74B4-4640-8712-0F4EBBFE116D}" destId="{2915C420-B99C-584B-9D9F-D46E8392A31C}" srcOrd="0" destOrd="0" presId="urn:microsoft.com/office/officeart/2005/8/layout/vList5"/>
    <dgm:cxn modelId="{7F061EFB-A2F9-4C5C-8FC0-D6187933A63A}" srcId="{63D4560F-C9A8-4894-9EF5-48789254D263}" destId="{D1A02758-9D0D-43BC-9FAE-D3C62C0CF564}" srcOrd="6" destOrd="0" parTransId="{A12ADAD9-8513-4A92-A433-67E5A08B92FD}" sibTransId="{4FE1D196-E536-4650-AB47-675D0EBE9471}"/>
    <dgm:cxn modelId="{D015D5FB-192E-C04C-80A1-EC191DA819F4}" type="presOf" srcId="{63D4560F-C9A8-4894-9EF5-48789254D263}" destId="{873D928E-4EBD-4C49-8290-62BABED2A1D6}" srcOrd="0" destOrd="0" presId="urn:microsoft.com/office/officeart/2005/8/layout/vList5"/>
    <dgm:cxn modelId="{330FD063-FF1A-8944-ADF6-CF1E0BAAB371}" type="presParOf" srcId="{873D928E-4EBD-4C49-8290-62BABED2A1D6}" destId="{E030C363-73FB-6642-9FD3-F2EACECAE8A4}" srcOrd="0" destOrd="0" presId="urn:microsoft.com/office/officeart/2005/8/layout/vList5"/>
    <dgm:cxn modelId="{10F9245B-B8DA-7447-9042-CC53C61B0188}" type="presParOf" srcId="{E030C363-73FB-6642-9FD3-F2EACECAE8A4}" destId="{A8A3A08B-34A0-BB4D-8060-141E3C6E7669}" srcOrd="0" destOrd="0" presId="urn:microsoft.com/office/officeart/2005/8/layout/vList5"/>
    <dgm:cxn modelId="{CDD96B3B-3D9D-434D-A77C-33A5ADFBAF96}" type="presParOf" srcId="{873D928E-4EBD-4C49-8290-62BABED2A1D6}" destId="{54167D9B-6AAE-544F-A31E-0973DA6A2F10}" srcOrd="1" destOrd="0" presId="urn:microsoft.com/office/officeart/2005/8/layout/vList5"/>
    <dgm:cxn modelId="{9BD17D41-4463-514B-BB09-761E848FB2A5}" type="presParOf" srcId="{873D928E-4EBD-4C49-8290-62BABED2A1D6}" destId="{3FD4299A-00F2-0241-A83B-B69DABC9B338}" srcOrd="2" destOrd="0" presId="urn:microsoft.com/office/officeart/2005/8/layout/vList5"/>
    <dgm:cxn modelId="{B27BE507-76BA-6E44-92E0-478914A833C8}" type="presParOf" srcId="{3FD4299A-00F2-0241-A83B-B69DABC9B338}" destId="{E565738C-BD0F-144D-9236-F4D96CDAD572}" srcOrd="0" destOrd="0" presId="urn:microsoft.com/office/officeart/2005/8/layout/vList5"/>
    <dgm:cxn modelId="{B089D234-3DB4-D54C-8ECC-5B39AF804710}" type="presParOf" srcId="{873D928E-4EBD-4C49-8290-62BABED2A1D6}" destId="{30D6621E-E549-864D-8FA9-6ADAB96444BA}" srcOrd="3" destOrd="0" presId="urn:microsoft.com/office/officeart/2005/8/layout/vList5"/>
    <dgm:cxn modelId="{E3FB1AB9-8E4D-7041-83E2-A624A7AB43E7}" type="presParOf" srcId="{873D928E-4EBD-4C49-8290-62BABED2A1D6}" destId="{C9D6BC63-E5BD-F449-BE06-D71BBF419A28}" srcOrd="4" destOrd="0" presId="urn:microsoft.com/office/officeart/2005/8/layout/vList5"/>
    <dgm:cxn modelId="{EB02FB56-1C2C-8749-894F-10134FB6FE96}" type="presParOf" srcId="{C9D6BC63-E5BD-F449-BE06-D71BBF419A28}" destId="{B24DC150-32B6-0A44-A0C7-CBFEBCD23734}" srcOrd="0" destOrd="0" presId="urn:microsoft.com/office/officeart/2005/8/layout/vList5"/>
    <dgm:cxn modelId="{66E66884-541A-7D4B-AC15-2FC7452A4275}" type="presParOf" srcId="{873D928E-4EBD-4C49-8290-62BABED2A1D6}" destId="{87CC73DB-BD3D-024A-AFC2-9C45387FE5E1}" srcOrd="5" destOrd="0" presId="urn:microsoft.com/office/officeart/2005/8/layout/vList5"/>
    <dgm:cxn modelId="{C0F91E8F-E736-1446-BF0F-5D2BB4261AEC}" type="presParOf" srcId="{873D928E-4EBD-4C49-8290-62BABED2A1D6}" destId="{9F3C4D2B-E510-1241-840E-500A58766452}" srcOrd="6" destOrd="0" presId="urn:microsoft.com/office/officeart/2005/8/layout/vList5"/>
    <dgm:cxn modelId="{66F85321-9238-2E43-8F06-50D7470E3C83}" type="presParOf" srcId="{9F3C4D2B-E510-1241-840E-500A58766452}" destId="{DD5A24E8-4E12-B941-9A13-9E72C43F5E90}" srcOrd="0" destOrd="0" presId="urn:microsoft.com/office/officeart/2005/8/layout/vList5"/>
    <dgm:cxn modelId="{C7AE624A-77FB-B646-9463-F7715DA8B6C2}" type="presParOf" srcId="{873D928E-4EBD-4C49-8290-62BABED2A1D6}" destId="{E2EE170E-A82C-7E49-A72A-A80DF0815BCE}" srcOrd="7" destOrd="0" presId="urn:microsoft.com/office/officeart/2005/8/layout/vList5"/>
    <dgm:cxn modelId="{BD1F7273-455F-6E46-B239-19769E7F2947}" type="presParOf" srcId="{873D928E-4EBD-4C49-8290-62BABED2A1D6}" destId="{E5FD8BD2-83DC-0747-A2D9-9BB187408352}" srcOrd="8" destOrd="0" presId="urn:microsoft.com/office/officeart/2005/8/layout/vList5"/>
    <dgm:cxn modelId="{213B37BF-0633-7241-A48B-8650CC3E1222}" type="presParOf" srcId="{E5FD8BD2-83DC-0747-A2D9-9BB187408352}" destId="{CBC723A4-24E1-274A-9039-7E5C4178D73A}" srcOrd="0" destOrd="0" presId="urn:microsoft.com/office/officeart/2005/8/layout/vList5"/>
    <dgm:cxn modelId="{1E836FB8-4711-4143-9A2C-73D71775DBC6}" type="presParOf" srcId="{873D928E-4EBD-4C49-8290-62BABED2A1D6}" destId="{60568E8C-B226-6C45-ABBA-5C372B5A2004}" srcOrd="9" destOrd="0" presId="urn:microsoft.com/office/officeart/2005/8/layout/vList5"/>
    <dgm:cxn modelId="{47CE3CD6-278C-624F-9680-5B88CEA288B8}" type="presParOf" srcId="{873D928E-4EBD-4C49-8290-62BABED2A1D6}" destId="{75F4E1D7-4F4F-844A-AE70-F57D08945D4D}" srcOrd="10" destOrd="0" presId="urn:microsoft.com/office/officeart/2005/8/layout/vList5"/>
    <dgm:cxn modelId="{2EA4E773-E734-3E44-ABFA-EE81EC40A780}" type="presParOf" srcId="{75F4E1D7-4F4F-844A-AE70-F57D08945D4D}" destId="{0457F756-1B13-7D4C-BDC6-4F9EA12F69E2}" srcOrd="0" destOrd="0" presId="urn:microsoft.com/office/officeart/2005/8/layout/vList5"/>
    <dgm:cxn modelId="{44FC3717-9715-804B-AFA3-F28B24BDA3EA}" type="presParOf" srcId="{873D928E-4EBD-4C49-8290-62BABED2A1D6}" destId="{B93803A7-B639-EB44-9B04-B328AD091012}" srcOrd="11" destOrd="0" presId="urn:microsoft.com/office/officeart/2005/8/layout/vList5"/>
    <dgm:cxn modelId="{935FCF74-C0EB-5F45-BBE6-7263DEF97DDC}" type="presParOf" srcId="{873D928E-4EBD-4C49-8290-62BABED2A1D6}" destId="{EC51713B-092B-484B-995B-8CE32BCEBF4D}" srcOrd="12" destOrd="0" presId="urn:microsoft.com/office/officeart/2005/8/layout/vList5"/>
    <dgm:cxn modelId="{FFF831EE-D370-4746-93CF-FF4C98513111}" type="presParOf" srcId="{EC51713B-092B-484B-995B-8CE32BCEBF4D}" destId="{74889B60-7C69-F94B-9C9C-71F8805EFAC1}" srcOrd="0" destOrd="0" presId="urn:microsoft.com/office/officeart/2005/8/layout/vList5"/>
    <dgm:cxn modelId="{536BA9B8-A7D7-AF40-98B0-F26613FD8E3C}" type="presParOf" srcId="{873D928E-4EBD-4C49-8290-62BABED2A1D6}" destId="{A461BA4D-98B9-4C48-9119-0EF7EE1344C2}" srcOrd="13" destOrd="0" presId="urn:microsoft.com/office/officeart/2005/8/layout/vList5"/>
    <dgm:cxn modelId="{44570F72-D80C-8E4D-8232-DACAF1E5786B}" type="presParOf" srcId="{873D928E-4EBD-4C49-8290-62BABED2A1D6}" destId="{592E9C79-AA1A-E04E-8F0D-AD92C88FC585}" srcOrd="14" destOrd="0" presId="urn:microsoft.com/office/officeart/2005/8/layout/vList5"/>
    <dgm:cxn modelId="{6B6C651B-ECB1-5049-B862-686A6989A01B}" type="presParOf" srcId="{592E9C79-AA1A-E04E-8F0D-AD92C88FC585}" destId="{8B1C90CA-6F1D-CC4C-A9AB-A3ACA0D18ECC}" srcOrd="0" destOrd="0" presId="urn:microsoft.com/office/officeart/2005/8/layout/vList5"/>
    <dgm:cxn modelId="{13316223-883B-024B-BF5A-741CAE519F9C}" type="presParOf" srcId="{873D928E-4EBD-4C49-8290-62BABED2A1D6}" destId="{25F916C8-02ED-AF4A-ABB9-C167F86E96B3}" srcOrd="15" destOrd="0" presId="urn:microsoft.com/office/officeart/2005/8/layout/vList5"/>
    <dgm:cxn modelId="{5A85C972-087F-5A46-AB85-93E5193FEA15}" type="presParOf" srcId="{873D928E-4EBD-4C49-8290-62BABED2A1D6}" destId="{B209184D-7A64-8D4B-95B3-3D83A3B5B761}" srcOrd="16" destOrd="0" presId="urn:microsoft.com/office/officeart/2005/8/layout/vList5"/>
    <dgm:cxn modelId="{C1C949EF-FE9F-3648-AA93-065B641A585C}" type="presParOf" srcId="{B209184D-7A64-8D4B-95B3-3D83A3B5B761}" destId="{2915C420-B99C-584B-9D9F-D46E8392A31C}" srcOrd="0" destOrd="0" presId="urn:microsoft.com/office/officeart/2005/8/layout/vList5"/>
    <dgm:cxn modelId="{0CC9C299-5FBC-9646-9B8C-75E46C50405B}" type="presParOf" srcId="{873D928E-4EBD-4C49-8290-62BABED2A1D6}" destId="{F666B0CB-31CD-254C-8D9F-B98FB1A60FEC}" srcOrd="17" destOrd="0" presId="urn:microsoft.com/office/officeart/2005/8/layout/vList5"/>
    <dgm:cxn modelId="{318F148D-E817-A245-834A-28AA077C1920}" type="presParOf" srcId="{873D928E-4EBD-4C49-8290-62BABED2A1D6}" destId="{D88927D1-14C7-414A-BC81-440F7F98D469}" srcOrd="18" destOrd="0" presId="urn:microsoft.com/office/officeart/2005/8/layout/vList5"/>
    <dgm:cxn modelId="{971C3720-2573-F84B-8CCA-5B9D73AC8710}" type="presParOf" srcId="{D88927D1-14C7-414A-BC81-440F7F98D469}" destId="{F7800262-C01C-C24E-A5C2-A90F78E12C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A152C-C364-034D-8884-6EEC4FABBD35}">
      <dsp:nvSpPr>
        <dsp:cNvPr id="0" name=""/>
        <dsp:cNvSpPr/>
      </dsp:nvSpPr>
      <dsp:spPr>
        <a:xfrm>
          <a:off x="0" y="31294"/>
          <a:ext cx="4976734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 dirty="0"/>
            <a:t>ROC-AUC provide limited insight.  Note that dataset is imbalanced, with approximately 4% positive events.  Accepted in NFR context. </a:t>
          </a:r>
          <a:endParaRPr lang="en-US" sz="1500" kern="1200" dirty="0"/>
        </a:p>
      </dsp:txBody>
      <dsp:txXfrm>
        <a:off x="40266" y="71560"/>
        <a:ext cx="4896202" cy="744318"/>
      </dsp:txXfrm>
    </dsp:sp>
    <dsp:sp modelId="{E820CC6F-D1C5-BB44-8568-417EB9638E77}">
      <dsp:nvSpPr>
        <dsp:cNvPr id="0" name=""/>
        <dsp:cNvSpPr/>
      </dsp:nvSpPr>
      <dsp:spPr>
        <a:xfrm>
          <a:off x="0" y="899344"/>
          <a:ext cx="4976734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/>
            <a:t>PR-AUC values are low, which is expected given the rarity of events and the weak marginal signal of individual risk indicators.</a:t>
          </a:r>
          <a:endParaRPr lang="en-US" sz="1500" kern="1200"/>
        </a:p>
      </dsp:txBody>
      <dsp:txXfrm>
        <a:off x="40266" y="939610"/>
        <a:ext cx="4896202" cy="744318"/>
      </dsp:txXfrm>
    </dsp:sp>
    <dsp:sp modelId="{8B3DF429-1528-4649-83B9-B09EE1B7E9BE}">
      <dsp:nvSpPr>
        <dsp:cNvPr id="0" name=""/>
        <dsp:cNvSpPr/>
      </dsp:nvSpPr>
      <dsp:spPr>
        <a:xfrm>
          <a:off x="0" y="1767394"/>
          <a:ext cx="4976734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 dirty="0"/>
            <a:t>Recall@Top-10% is the metric that is more aligned with the ability to prioritize risk within constrained investigative capacity.</a:t>
          </a:r>
          <a:endParaRPr lang="en-US" sz="1500" kern="1200" dirty="0"/>
        </a:p>
      </dsp:txBody>
      <dsp:txXfrm>
        <a:off x="40266" y="1807660"/>
        <a:ext cx="4896202" cy="744318"/>
      </dsp:txXfrm>
    </dsp:sp>
    <dsp:sp modelId="{5B58013B-45B7-D641-BBE6-C5EB6728AC06}">
      <dsp:nvSpPr>
        <dsp:cNvPr id="0" name=""/>
        <dsp:cNvSpPr/>
      </dsp:nvSpPr>
      <dsp:spPr>
        <a:xfrm>
          <a:off x="0" y="2635444"/>
          <a:ext cx="4976734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b="1" kern="1200" dirty="0"/>
            <a:t>Decision: </a:t>
          </a:r>
          <a:r>
            <a:rPr lang="en-PH" sz="1500" kern="1200" dirty="0" err="1"/>
            <a:t>LightGBM</a:t>
          </a:r>
          <a:r>
            <a:rPr lang="en-PH" sz="1500" kern="1200" dirty="0"/>
            <a:t> is the best model to use.</a:t>
          </a:r>
          <a:endParaRPr lang="en-US" sz="1500" kern="1200" dirty="0"/>
        </a:p>
      </dsp:txBody>
      <dsp:txXfrm>
        <a:off x="40266" y="2675710"/>
        <a:ext cx="4896202" cy="744318"/>
      </dsp:txXfrm>
    </dsp:sp>
    <dsp:sp modelId="{2AB1E42E-D38E-DF45-B9B6-E4FF0B6BE265}">
      <dsp:nvSpPr>
        <dsp:cNvPr id="0" name=""/>
        <dsp:cNvSpPr/>
      </dsp:nvSpPr>
      <dsp:spPr>
        <a:xfrm>
          <a:off x="0" y="3503494"/>
          <a:ext cx="4976734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b="1" kern="1200" dirty="0"/>
            <a:t>Next Step: </a:t>
          </a:r>
          <a:r>
            <a:rPr lang="en-PH" sz="1500" kern="1200" dirty="0"/>
            <a:t>Across all evaluated models, ROC-AUC values are close to 0.5 , use tuning threshold to check if ROC-AUC will improve.</a:t>
          </a:r>
          <a:endParaRPr lang="en-US" sz="1500" kern="1200" dirty="0"/>
        </a:p>
      </dsp:txBody>
      <dsp:txXfrm>
        <a:off x="40266" y="3543760"/>
        <a:ext cx="4896202" cy="744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526EE-86F9-204D-9409-4FC5C5FE8886}">
      <dsp:nvSpPr>
        <dsp:cNvPr id="0" name=""/>
        <dsp:cNvSpPr/>
      </dsp:nvSpPr>
      <dsp:spPr>
        <a:xfrm>
          <a:off x="0" y="73446"/>
          <a:ext cx="4976734" cy="8391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 dirty="0"/>
            <a:t>Loss severity data in NFR is typically highly skewed and heavy-tailed.</a:t>
          </a:r>
          <a:endParaRPr lang="en-US" sz="1500" kern="1200" dirty="0"/>
        </a:p>
      </dsp:txBody>
      <dsp:txXfrm>
        <a:off x="40962" y="114408"/>
        <a:ext cx="4894810" cy="757185"/>
      </dsp:txXfrm>
    </dsp:sp>
    <dsp:sp modelId="{EA9CE882-2F1C-C447-8787-9E7B1BBCF487}">
      <dsp:nvSpPr>
        <dsp:cNvPr id="0" name=""/>
        <dsp:cNvSpPr/>
      </dsp:nvSpPr>
      <dsp:spPr>
        <a:xfrm>
          <a:off x="0" y="955755"/>
          <a:ext cx="4976734" cy="8391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/>
            <a:t>Mean Absolute Error (MAE) - reflects typical prediction error.</a:t>
          </a:r>
          <a:endParaRPr lang="en-US" sz="1500" kern="1200"/>
        </a:p>
      </dsp:txBody>
      <dsp:txXfrm>
        <a:off x="40962" y="996717"/>
        <a:ext cx="4894810" cy="757185"/>
      </dsp:txXfrm>
    </dsp:sp>
    <dsp:sp modelId="{652E30D9-7046-684C-895B-D931D7251531}">
      <dsp:nvSpPr>
        <dsp:cNvPr id="0" name=""/>
        <dsp:cNvSpPr/>
      </dsp:nvSpPr>
      <dsp:spPr>
        <a:xfrm>
          <a:off x="0" y="1838065"/>
          <a:ext cx="4976734" cy="8391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/>
            <a:t>Root Mean Squared Error (RMSE) - penalizes large deviations more heavily.</a:t>
          </a:r>
          <a:endParaRPr lang="en-US" sz="1500" kern="1200"/>
        </a:p>
      </dsp:txBody>
      <dsp:txXfrm>
        <a:off x="40962" y="1879027"/>
        <a:ext cx="4894810" cy="757185"/>
      </dsp:txXfrm>
    </dsp:sp>
    <dsp:sp modelId="{5B56EF93-5A4F-144A-A13E-3E27035E9179}">
      <dsp:nvSpPr>
        <dsp:cNvPr id="0" name=""/>
        <dsp:cNvSpPr/>
      </dsp:nvSpPr>
      <dsp:spPr>
        <a:xfrm>
          <a:off x="0" y="2720374"/>
          <a:ext cx="4976734" cy="8391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kern="1200" dirty="0"/>
            <a:t>In NFR, where understanding and explaining the drivers of loss magnitude is critical, MAE is the better metric to consider. </a:t>
          </a:r>
          <a:endParaRPr lang="en-US" sz="1500" kern="1200" dirty="0"/>
        </a:p>
      </dsp:txBody>
      <dsp:txXfrm>
        <a:off x="40962" y="2761336"/>
        <a:ext cx="4894810" cy="757185"/>
      </dsp:txXfrm>
    </dsp:sp>
    <dsp:sp modelId="{A74A2835-B7A7-8B46-9F29-79E46498F125}">
      <dsp:nvSpPr>
        <dsp:cNvPr id="0" name=""/>
        <dsp:cNvSpPr/>
      </dsp:nvSpPr>
      <dsp:spPr>
        <a:xfrm>
          <a:off x="0" y="3602684"/>
          <a:ext cx="4976734" cy="8391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500" b="1" kern="1200" dirty="0"/>
            <a:t>Model Choice: </a:t>
          </a:r>
          <a:r>
            <a:rPr lang="en-PH" sz="1500" kern="1200" dirty="0" err="1"/>
            <a:t>LightGBM</a:t>
          </a:r>
          <a:r>
            <a:rPr lang="en-PH" sz="1500" kern="1200" dirty="0"/>
            <a:t> - achieves the lowest MAE. </a:t>
          </a:r>
          <a:endParaRPr lang="en-US" sz="1500" kern="1200" dirty="0"/>
        </a:p>
      </dsp:txBody>
      <dsp:txXfrm>
        <a:off x="40962" y="3643646"/>
        <a:ext cx="4894810" cy="7571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3A08B-34A0-BB4D-8060-141E3C6E7669}">
      <dsp:nvSpPr>
        <dsp:cNvPr id="0" name=""/>
        <dsp:cNvSpPr/>
      </dsp:nvSpPr>
      <dsp:spPr>
        <a:xfrm>
          <a:off x="1492530" y="2286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UNIT_116</a:t>
          </a:r>
          <a:endParaRPr lang="en-US" sz="1800" kern="1200"/>
        </a:p>
      </dsp:txBody>
      <dsp:txXfrm>
        <a:off x="1510640" y="20396"/>
        <a:ext cx="1642876" cy="334771"/>
      </dsp:txXfrm>
    </dsp:sp>
    <dsp:sp modelId="{E565738C-BD0F-144D-9236-F4D96CDAD572}">
      <dsp:nvSpPr>
        <dsp:cNvPr id="0" name=""/>
        <dsp:cNvSpPr/>
      </dsp:nvSpPr>
      <dsp:spPr>
        <a:xfrm>
          <a:off x="1492530" y="391827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50556"/>
                <a:satOff val="946"/>
                <a:lumOff val="30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50556"/>
                <a:satOff val="946"/>
                <a:lumOff val="30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50556"/>
                <a:satOff val="946"/>
                <a:lumOff val="30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UNIT_112</a:t>
          </a:r>
          <a:endParaRPr lang="en-US" sz="1800" kern="1200" dirty="0"/>
        </a:p>
      </dsp:txBody>
      <dsp:txXfrm>
        <a:off x="1510640" y="409937"/>
        <a:ext cx="1642876" cy="334771"/>
      </dsp:txXfrm>
    </dsp:sp>
    <dsp:sp modelId="{B24DC150-32B6-0A44-A0C7-CBFEBCD23734}">
      <dsp:nvSpPr>
        <dsp:cNvPr id="0" name=""/>
        <dsp:cNvSpPr/>
      </dsp:nvSpPr>
      <dsp:spPr>
        <a:xfrm>
          <a:off x="1492530" y="781368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101112"/>
                <a:satOff val="1891"/>
                <a:lumOff val="60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101112"/>
                <a:satOff val="1891"/>
                <a:lumOff val="60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101112"/>
                <a:satOff val="1891"/>
                <a:lumOff val="60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 dirty="0"/>
            <a:t>UNIT_045</a:t>
          </a:r>
          <a:endParaRPr lang="en-US" sz="1800" kern="1200" dirty="0"/>
        </a:p>
      </dsp:txBody>
      <dsp:txXfrm>
        <a:off x="1510640" y="799478"/>
        <a:ext cx="1642876" cy="334771"/>
      </dsp:txXfrm>
    </dsp:sp>
    <dsp:sp modelId="{DD5A24E8-4E12-B941-9A13-9E72C43F5E90}">
      <dsp:nvSpPr>
        <dsp:cNvPr id="0" name=""/>
        <dsp:cNvSpPr/>
      </dsp:nvSpPr>
      <dsp:spPr>
        <a:xfrm>
          <a:off x="1492530" y="1170910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151668"/>
                <a:satOff val="2837"/>
                <a:lumOff val="90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151668"/>
                <a:satOff val="2837"/>
                <a:lumOff val="90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151668"/>
                <a:satOff val="2837"/>
                <a:lumOff val="90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UNIT_098</a:t>
          </a:r>
          <a:endParaRPr lang="en-US" sz="1800" kern="1200"/>
        </a:p>
      </dsp:txBody>
      <dsp:txXfrm>
        <a:off x="1510640" y="1189020"/>
        <a:ext cx="1642876" cy="334771"/>
      </dsp:txXfrm>
    </dsp:sp>
    <dsp:sp modelId="{CBC723A4-24E1-274A-9039-7E5C4178D73A}">
      <dsp:nvSpPr>
        <dsp:cNvPr id="0" name=""/>
        <dsp:cNvSpPr/>
      </dsp:nvSpPr>
      <dsp:spPr>
        <a:xfrm>
          <a:off x="1492530" y="1560451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202224"/>
                <a:satOff val="3782"/>
                <a:lumOff val="120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202224"/>
                <a:satOff val="3782"/>
                <a:lumOff val="120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202224"/>
                <a:satOff val="3782"/>
                <a:lumOff val="120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UNIT_070</a:t>
          </a:r>
          <a:endParaRPr lang="en-US" sz="1800" kern="1200"/>
        </a:p>
      </dsp:txBody>
      <dsp:txXfrm>
        <a:off x="1510640" y="1578561"/>
        <a:ext cx="1642876" cy="334771"/>
      </dsp:txXfrm>
    </dsp:sp>
    <dsp:sp modelId="{0457F756-1B13-7D4C-BDC6-4F9EA12F69E2}">
      <dsp:nvSpPr>
        <dsp:cNvPr id="0" name=""/>
        <dsp:cNvSpPr/>
      </dsp:nvSpPr>
      <dsp:spPr>
        <a:xfrm>
          <a:off x="1492530" y="1949993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252780"/>
                <a:satOff val="4728"/>
                <a:lumOff val="150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252780"/>
                <a:satOff val="4728"/>
                <a:lumOff val="150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252780"/>
                <a:satOff val="4728"/>
                <a:lumOff val="150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UNIT_051</a:t>
          </a:r>
          <a:endParaRPr lang="en-US" sz="1800" kern="1200"/>
        </a:p>
      </dsp:txBody>
      <dsp:txXfrm>
        <a:off x="1510640" y="1968103"/>
        <a:ext cx="1642876" cy="334771"/>
      </dsp:txXfrm>
    </dsp:sp>
    <dsp:sp modelId="{74889B60-7C69-F94B-9C9C-71F8805EFAC1}">
      <dsp:nvSpPr>
        <dsp:cNvPr id="0" name=""/>
        <dsp:cNvSpPr/>
      </dsp:nvSpPr>
      <dsp:spPr>
        <a:xfrm>
          <a:off x="1492530" y="2339534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303336"/>
                <a:satOff val="5673"/>
                <a:lumOff val="180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303336"/>
                <a:satOff val="5673"/>
                <a:lumOff val="180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303336"/>
                <a:satOff val="5673"/>
                <a:lumOff val="180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UNIT_090</a:t>
          </a:r>
          <a:endParaRPr lang="en-US" sz="1800" kern="1200"/>
        </a:p>
      </dsp:txBody>
      <dsp:txXfrm>
        <a:off x="1510640" y="2357644"/>
        <a:ext cx="1642876" cy="334771"/>
      </dsp:txXfrm>
    </dsp:sp>
    <dsp:sp modelId="{8B1C90CA-6F1D-CC4C-A9AB-A3ACA0D18ECC}">
      <dsp:nvSpPr>
        <dsp:cNvPr id="0" name=""/>
        <dsp:cNvSpPr/>
      </dsp:nvSpPr>
      <dsp:spPr>
        <a:xfrm>
          <a:off x="1492530" y="2729076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353892"/>
                <a:satOff val="6619"/>
                <a:lumOff val="210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353892"/>
                <a:satOff val="6619"/>
                <a:lumOff val="210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353892"/>
                <a:satOff val="6619"/>
                <a:lumOff val="210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UNIT_017</a:t>
          </a:r>
          <a:endParaRPr lang="en-US" sz="1800" kern="1200"/>
        </a:p>
      </dsp:txBody>
      <dsp:txXfrm>
        <a:off x="1510640" y="2747186"/>
        <a:ext cx="1642876" cy="334771"/>
      </dsp:txXfrm>
    </dsp:sp>
    <dsp:sp modelId="{2915C420-B99C-584B-9D9F-D46E8392A31C}">
      <dsp:nvSpPr>
        <dsp:cNvPr id="0" name=""/>
        <dsp:cNvSpPr/>
      </dsp:nvSpPr>
      <dsp:spPr>
        <a:xfrm>
          <a:off x="1492530" y="3118617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404448"/>
                <a:satOff val="7564"/>
                <a:lumOff val="241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404448"/>
                <a:satOff val="7564"/>
                <a:lumOff val="241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404448"/>
                <a:satOff val="7564"/>
                <a:lumOff val="241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UNIT_032</a:t>
          </a:r>
          <a:endParaRPr lang="en-US" sz="1800" kern="1200"/>
        </a:p>
      </dsp:txBody>
      <dsp:txXfrm>
        <a:off x="1510640" y="3136727"/>
        <a:ext cx="1642876" cy="334771"/>
      </dsp:txXfrm>
    </dsp:sp>
    <dsp:sp modelId="{F7800262-C01C-C24E-A5C2-A90F78E12CC0}">
      <dsp:nvSpPr>
        <dsp:cNvPr id="0" name=""/>
        <dsp:cNvSpPr/>
      </dsp:nvSpPr>
      <dsp:spPr>
        <a:xfrm>
          <a:off x="1492530" y="3508159"/>
          <a:ext cx="1679096" cy="37099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455004"/>
                <a:satOff val="8510"/>
                <a:lumOff val="27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455004"/>
                <a:satOff val="8510"/>
                <a:lumOff val="27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455004"/>
                <a:satOff val="8510"/>
                <a:lumOff val="27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kern="1200"/>
            <a:t>UNIT_103</a:t>
          </a:r>
          <a:r>
            <a:rPr lang="en-US" sz="1800" kern="1200"/>
            <a:t> </a:t>
          </a:r>
        </a:p>
      </dsp:txBody>
      <dsp:txXfrm>
        <a:off x="1510640" y="3526269"/>
        <a:ext cx="1642876" cy="334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7CC-92CF-74EA-A925-37D3D0547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847EA-5B89-EBA5-A2AF-2FF1FAE98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BA6C2-C605-C6F6-CE66-26F1CB91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2F37A-D6D5-4D89-BB5B-C01DE250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5EB35-35FF-0658-185E-64FE1112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8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BEEC-CB63-4112-82AD-9ADD7DFC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89D6-C759-A939-D5FD-67D9E078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DDF3A-0EB9-E0D0-AE02-A3C200E5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ECAA3-2EED-1ADA-4D1D-367B920B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BA0C-F333-AD42-50A2-7C5EE071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40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6BE0-B1DA-958B-D5AD-969E36AEE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36A8D-6428-A829-D3D7-561A6D29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B1506-0F83-C021-CE8F-73A80C2D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99198-C450-5E66-96BE-D757DD01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6316-D7FE-EA37-237F-56BE4133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EE0E-E990-6FF3-660A-14FB925C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D913-21F8-72DB-A950-F9B47D010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843D4-D19A-9EBF-D546-06ACB8FF2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88FEA-4E93-5418-1100-E6740B73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2D0E2-AB63-6BB1-B6DE-B4B38F0A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88DF6-06A6-CF19-3DE1-7C36A81D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3209-E2A3-3222-177F-0AFE93E2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CFDD5-3412-FC07-B6DF-B8B04B791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6D296-D917-B818-8CD6-0BBB1A431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0B68D-7EA4-8F2A-2232-ABFC5CF88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81658-1F8E-C30F-17CE-59307531D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DB121F-A5B3-E810-7D31-DD8CA276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456CC3-05EC-EE02-1344-3F88BA22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22FFC-9992-EB20-99DD-69175CA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0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F83A-18D7-47CA-E4FC-57E62467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3B34E-6B75-1C83-CECD-012F209E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91D2C-F167-106E-ACE5-41368E73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8D452-E01B-5418-4DAD-EA467910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7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95EE1-5970-6DD7-C6BA-4F52EF71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5DDAF-FFD9-8E25-837B-3608369B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34C3E-9A2F-8D30-B324-031AF2D5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5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52A1-70B2-2E42-B48C-32AD08C6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07BE-F054-5492-4409-C130AA658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88310-FF08-5553-9361-643853023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16DCE-7B75-6644-FE4B-D92E2AD6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165A6-F0CA-EAD8-3754-7F3E1C25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1D94D-F84F-E2FE-1F72-066EBFE8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2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75B0-1F31-6BCB-0562-E2F592A2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A3AE9D-B86B-6137-A08C-45D653A23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57F52-BC7B-E31E-50D7-5B7BFBCA8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55D5C-B5C9-BAAB-9B95-D6785B6C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A27C0-9E24-88D8-A776-D92DB048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AE469-2D69-2713-0964-D4E93E88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2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B41E-1242-2FAF-AD28-A8DD511B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F1325-5D02-2EE5-47B3-B908F7B8C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66A79-A296-C106-65E6-C0F7CCE0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0B61-6ADE-2B1F-935F-76ACD175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E23C-F318-9286-E75A-96BF0814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1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8E204-42DC-FDFE-717B-44165D7E6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8FDD5-2BCB-DE33-A892-4C0410320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7054-251E-0D90-85FB-C73EBBFC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872A-6FDD-BD3C-4600-0341234E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81442-AE4E-85B0-DEE7-ED595071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8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BB14D-9101-5F57-124D-4B610075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93A2F-D123-62B6-C6D7-86DC697A1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2369C-0D54-6E49-D8C9-3E4CB2F05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B1C1F-9716-F04D-8C68-B86391D8CF92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927A-C393-AF79-D08C-31651AE05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4A3B-2285-DACE-954D-EF374EB52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1FBB0-3B09-454D-A751-B22F6810E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0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graphs and numbers in 3D">
            <a:extLst>
              <a:ext uri="{FF2B5EF4-FFF2-40B4-BE49-F238E27FC236}">
                <a16:creationId xmlns:a16="http://schemas.microsoft.com/office/drawing/2014/main" id="{15EF6925-F9A9-BB9E-387A-09BFC3EB3A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255" r="-1" b="8453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EB97E9-5BB9-5AE4-D346-52BA2F3A7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PH" sz="5100">
                <a:solidFill>
                  <a:schemeClr val="bg1"/>
                </a:solidFill>
              </a:rPr>
              <a:t>AI-Driven Non-Financial Risk Prediction and Control Effectiveness System for Banking</a:t>
            </a:r>
            <a:endParaRPr lang="en-US" sz="51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834CC-D715-32D2-1692-249CF663C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PH" sz="2000">
                <a:solidFill>
                  <a:schemeClr val="bg1"/>
                </a:solidFill>
              </a:rPr>
              <a:t>Capstone Project – Post Graduate Diploma in Artificial Intelligence &amp; Machine Learning </a:t>
            </a:r>
          </a:p>
          <a:p>
            <a:r>
              <a:rPr lang="en-PH" sz="2000">
                <a:solidFill>
                  <a:schemeClr val="bg1"/>
                </a:solidFill>
              </a:rPr>
              <a:t>Submitted by: GAT </a:t>
            </a:r>
          </a:p>
          <a:p>
            <a:r>
              <a:rPr lang="en-PH" sz="2000">
                <a:solidFill>
                  <a:schemeClr val="bg1"/>
                </a:solidFill>
              </a:rPr>
              <a:t>School: Asian Institute of Management (AIM) – Emeritus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3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71EC-6C0C-70FC-2349-13933ED9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Business and Data Science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F3A9C-B7DE-88EA-DBB3-59E7D454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41522"/>
            <a:ext cx="5157787" cy="823912"/>
          </a:xfrm>
        </p:spPr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5AC8E-1CF3-1521-7C78-C7D26B8AB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965430"/>
            <a:ext cx="4646612" cy="4892569"/>
          </a:xfrm>
        </p:spPr>
        <p:txBody>
          <a:bodyPr>
            <a:normAutofit/>
          </a:bodyPr>
          <a:lstStyle/>
          <a:p>
            <a:r>
              <a:rPr lang="en-PH" sz="2000" dirty="0"/>
              <a:t>Banks face thousands of non-financial risk events yearly: system outages, fraud, compliance breaches, vendor failure.</a:t>
            </a:r>
          </a:p>
          <a:p>
            <a:r>
              <a:rPr lang="en-PH" sz="2000" dirty="0"/>
              <a:t>This could lead to financial losses, customer impact, regulatory sanctions, reputational damage.</a:t>
            </a:r>
          </a:p>
          <a:p>
            <a:r>
              <a:rPr lang="en-PH" sz="2000" dirty="0"/>
              <a:t>Traditional tools are backward-looking and reactive.</a:t>
            </a:r>
          </a:p>
          <a:p>
            <a:r>
              <a:rPr lang="en-PH" sz="2000" dirty="0"/>
              <a:t>There is a need for proactive and predictive risk management to prevent losses and to have more effective resource allocation.</a:t>
            </a:r>
          </a:p>
          <a:p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AD62C-EB19-63CE-E4E2-FD94217C0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41522"/>
            <a:ext cx="5183188" cy="823912"/>
          </a:xfrm>
        </p:spPr>
        <p:txBody>
          <a:bodyPr/>
          <a:lstStyle/>
          <a:p>
            <a:r>
              <a:rPr lang="en-US" dirty="0"/>
              <a:t>Data Science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EB57D-BADD-5DB9-FDCD-AABAE64F6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65430"/>
            <a:ext cx="4646612" cy="4892569"/>
          </a:xfrm>
        </p:spPr>
        <p:txBody>
          <a:bodyPr>
            <a:noAutofit/>
          </a:bodyPr>
          <a:lstStyle/>
          <a:p>
            <a:r>
              <a:rPr lang="en-PH" sz="2000" dirty="0"/>
              <a:t>Predict whether a non-financial risk event will occur within the next 30 days (Event Occurrence, target_event_30d).  </a:t>
            </a:r>
          </a:p>
          <a:p>
            <a:r>
              <a:rPr lang="en-PH" sz="2000" dirty="0"/>
              <a:t>Estimate the potential severity of such events (Severity Amount, </a:t>
            </a:r>
            <a:r>
              <a:rPr lang="en-PH" sz="2000" dirty="0" err="1"/>
              <a:t>target_severity_amt</a:t>
            </a:r>
            <a:r>
              <a:rPr lang="en-PH" sz="2000" dirty="0"/>
              <a:t>).</a:t>
            </a:r>
          </a:p>
          <a:p>
            <a:r>
              <a:rPr lang="en-PH" sz="2000" dirty="0"/>
              <a:t>Explains model decisions in a transparent and auditable manner.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18ABBD-8259-7BE3-C418-979F376239A6}"/>
              </a:ext>
            </a:extLst>
          </p:cNvPr>
          <p:cNvCxnSpPr/>
          <p:nvPr/>
        </p:nvCxnSpPr>
        <p:spPr>
          <a:xfrm>
            <a:off x="5829301" y="1508085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Play with solid fill">
            <a:extLst>
              <a:ext uri="{FF2B5EF4-FFF2-40B4-BE49-F238E27FC236}">
                <a16:creationId xmlns:a16="http://schemas.microsoft.com/office/drawing/2014/main" id="{B89A6885-9AD9-4070-532E-7CE5200E8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2101" y="29599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1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4CEA7-DCFF-2756-C309-BE439A45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3D31C-23F2-4AE7-E606-6BB68C82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Preparation and EDA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248AE-DABA-9F92-9F5B-249E67869B4A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Synthetic dataset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10,000 records | 120 units | 2-year span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Structured risk indicators (KRI, RCSA, HR, IT, external signals) + narratives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3C2EF8C-34F1-EDA2-5CF4-85D2D7084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848815"/>
              </p:ext>
            </p:extLst>
          </p:nvPr>
        </p:nvGraphicFramePr>
        <p:xfrm>
          <a:off x="4654296" y="950781"/>
          <a:ext cx="6903720" cy="495644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45875">
                  <a:extLst>
                    <a:ext uri="{9D8B030D-6E8A-4147-A177-3AD203B41FA5}">
                      <a16:colId xmlns:a16="http://schemas.microsoft.com/office/drawing/2014/main" val="400640040"/>
                    </a:ext>
                  </a:extLst>
                </a:gridCol>
                <a:gridCol w="3657845">
                  <a:extLst>
                    <a:ext uri="{9D8B030D-6E8A-4147-A177-3AD203B41FA5}">
                      <a16:colId xmlns:a16="http://schemas.microsoft.com/office/drawing/2014/main" val="3227180853"/>
                    </a:ext>
                  </a:extLst>
                </a:gridCol>
              </a:tblGrid>
              <a:tr h="373091">
                <a:tc>
                  <a:txBody>
                    <a:bodyPr/>
                    <a:lstStyle/>
                    <a:p>
                      <a:r>
                        <a:rPr lang="en-US" sz="1500"/>
                        <a:t>Observations</a:t>
                      </a:r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Handling Strategy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2538315623"/>
                  </a:ext>
                </a:extLst>
              </a:tr>
              <a:tr h="373091">
                <a:tc>
                  <a:txBody>
                    <a:bodyPr/>
                    <a:lstStyle/>
                    <a:p>
                      <a:r>
                        <a:rPr lang="en-US" sz="1500" dirty="0"/>
                        <a:t>‘date’ feature is an ‘object’</a:t>
                      </a:r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Change to ‘datetime’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3809282807"/>
                  </a:ext>
                </a:extLst>
              </a:tr>
              <a:tr h="842052">
                <a:tc>
                  <a:txBody>
                    <a:bodyPr/>
                    <a:lstStyle/>
                    <a:p>
                      <a:r>
                        <a:rPr lang="en-PH" sz="1500" kern="1200">
                          <a:solidFill>
                            <a:schemeClr val="dk1"/>
                          </a:solidFill>
                          <a:effectLst/>
                        </a:rPr>
                        <a:t>‘incident_narrative’ column has missing values</a:t>
                      </a:r>
                      <a:endParaRPr lang="en-US" sz="1500"/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PH" sz="1500" kern="1200" dirty="0">
                          <a:solidFill>
                            <a:schemeClr val="dk1"/>
                          </a:solidFill>
                          <a:effectLst/>
                        </a:rPr>
                        <a:t>Create binary indicator (</a:t>
                      </a:r>
                      <a:r>
                        <a:rPr lang="en-PH" sz="1500" kern="1200" dirty="0" err="1">
                          <a:solidFill>
                            <a:schemeClr val="dk1"/>
                          </a:solidFill>
                          <a:effectLst/>
                        </a:rPr>
                        <a:t>has_incident_narrative</a:t>
                      </a:r>
                      <a:r>
                        <a:rPr lang="en-PH" sz="1500" kern="1200" dirty="0">
                          <a:solidFill>
                            <a:schemeClr val="dk1"/>
                          </a:solidFill>
                          <a:effectLst/>
                        </a:rPr>
                        <a:t>) </a:t>
                      </a:r>
                    </a:p>
                    <a:p>
                      <a:r>
                        <a:rPr lang="en-US" sz="1500" dirty="0"/>
                        <a:t>Replace null values with “No narrative’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1890093513"/>
                  </a:ext>
                </a:extLst>
              </a:tr>
              <a:tr h="373091">
                <a:tc>
                  <a:txBody>
                    <a:bodyPr/>
                    <a:lstStyle/>
                    <a:p>
                      <a:r>
                        <a:rPr lang="en-US" sz="1500"/>
                        <a:t>No duplicates</a:t>
                      </a:r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N/A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2356090534"/>
                  </a:ext>
                </a:extLst>
              </a:tr>
              <a:tr h="842052">
                <a:tc>
                  <a:txBody>
                    <a:bodyPr/>
                    <a:lstStyle/>
                    <a:p>
                      <a:r>
                        <a:rPr lang="en-PH" sz="1500" kern="1200">
                          <a:solidFill>
                            <a:schemeClr val="dk1"/>
                          </a:solidFill>
                          <a:effectLst/>
                        </a:rPr>
                        <a:t>Mean of the 'target_event_30d' column is approximately 4%</a:t>
                      </a:r>
                      <a:endParaRPr lang="en-US" sz="1500"/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Potential class imbalance but this is the nature of NFR.  Accept and include in interpretations.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1966821236"/>
                  </a:ext>
                </a:extLst>
              </a:tr>
              <a:tr h="1076532">
                <a:tc>
                  <a:txBody>
                    <a:bodyPr/>
                    <a:lstStyle/>
                    <a:p>
                      <a:r>
                        <a:rPr lang="en-PH" sz="1500"/>
                        <a:t>'sum_loss_amt_365d' and 'target_severity_amt’</a:t>
                      </a:r>
                      <a:r>
                        <a:rPr lang="en-PH" sz="1500">
                          <a:effectLst/>
                        </a:rPr>
                        <a:t> columns are highly skewed</a:t>
                      </a:r>
                      <a:endParaRPr lang="en-US" sz="1500"/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Expected in NFR context. Most days, there are no loss but when it occurs, loss could be significant. Accept and include in interpretations.</a:t>
                      </a:r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959722754"/>
                  </a:ext>
                </a:extLst>
              </a:tr>
              <a:tr h="1076532">
                <a:tc>
                  <a:txBody>
                    <a:bodyPr/>
                    <a:lstStyle/>
                    <a:p>
                      <a:r>
                        <a:rPr lang="en-US" sz="1500"/>
                        <a:t>Outliers are identified for several columns </a:t>
                      </a:r>
                    </a:p>
                  </a:txBody>
                  <a:tcPr marL="101094" marR="101094" marT="50547" marB="50547"/>
                </a:tc>
                <a:tc>
                  <a:txBody>
                    <a:bodyPr/>
                    <a:lstStyle/>
                    <a:p>
                      <a:r>
                        <a:rPr lang="en-PH" sz="1500" kern="1200" dirty="0">
                          <a:solidFill>
                            <a:schemeClr val="dk1"/>
                          </a:solidFill>
                          <a:effectLst/>
                        </a:rPr>
                        <a:t>Outliers represent critical rare events or extreme operational conditions relevant to risk modeling. Keep and include in interpretations.</a:t>
                      </a:r>
                      <a:r>
                        <a:rPr lang="en-PH" sz="1500" dirty="0">
                          <a:effectLst/>
                        </a:rPr>
                        <a:t> </a:t>
                      </a:r>
                      <a:endParaRPr lang="en-US" sz="1500" dirty="0"/>
                    </a:p>
                  </a:txBody>
                  <a:tcPr marL="101094" marR="101094" marT="50547" marB="50547"/>
                </a:tc>
                <a:extLst>
                  <a:ext uri="{0D108BD9-81ED-4DB2-BD59-A6C34878D82A}">
                    <a16:rowId xmlns:a16="http://schemas.microsoft.com/office/drawing/2014/main" val="258975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20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CD25D-0A9E-D333-633D-BC796EA2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6CD38EE2-A2D9-0BAE-CA33-C428D6536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C5628-8B73-321F-F50E-A3906785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04" y="0"/>
            <a:ext cx="4957139" cy="11362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Engineering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8C2280C8-2D4D-CAB8-6CD7-A12744D01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A06D1BC-7BC1-42A7-7E58-90D349CD3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719916"/>
              </p:ext>
            </p:extLst>
          </p:nvPr>
        </p:nvGraphicFramePr>
        <p:xfrm>
          <a:off x="5988826" y="216195"/>
          <a:ext cx="6061793" cy="642561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06059">
                  <a:extLst>
                    <a:ext uri="{9D8B030D-6E8A-4147-A177-3AD203B41FA5}">
                      <a16:colId xmlns:a16="http://schemas.microsoft.com/office/drawing/2014/main" val="3422242560"/>
                    </a:ext>
                  </a:extLst>
                </a:gridCol>
                <a:gridCol w="4255734">
                  <a:extLst>
                    <a:ext uri="{9D8B030D-6E8A-4147-A177-3AD203B41FA5}">
                      <a16:colId xmlns:a16="http://schemas.microsoft.com/office/drawing/2014/main" val="3020056585"/>
                    </a:ext>
                  </a:extLst>
                </a:gridCol>
              </a:tblGrid>
              <a:tr h="264850">
                <a:tc>
                  <a:txBody>
                    <a:bodyPr/>
                    <a:lstStyle/>
                    <a:p>
                      <a:r>
                        <a:rPr lang="en-US" sz="1200"/>
                        <a:t>Observations</a:t>
                      </a:r>
                    </a:p>
                  </a:txBody>
                  <a:tcPr marL="72678" marR="72678" marT="38575" marB="38575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Feature Engineering</a:t>
                      </a:r>
                    </a:p>
                  </a:txBody>
                  <a:tcPr marL="72678" marR="72678" marT="38575" marB="38575"/>
                </a:tc>
                <a:extLst>
                  <a:ext uri="{0D108BD9-81ED-4DB2-BD59-A6C34878D82A}">
                    <a16:rowId xmlns:a16="http://schemas.microsoft.com/office/drawing/2014/main" val="134471058"/>
                  </a:ext>
                </a:extLst>
              </a:tr>
              <a:tr h="5675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High correlation between the two Target Variables </a:t>
                      </a:r>
                      <a:r>
                        <a:rPr lang="en-US" sz="1200" dirty="0"/>
                        <a:t>(t</a:t>
                      </a:r>
                      <a:r>
                        <a:rPr lang="en-PH" sz="1200" dirty="0"/>
                        <a:t>arget_event_30d and </a:t>
                      </a:r>
                      <a:r>
                        <a:rPr lang="en-PH" sz="1200" dirty="0" err="1"/>
                        <a:t>target_severity_amt</a:t>
                      </a:r>
                      <a:r>
                        <a:rPr lang="en-PH" sz="1200" dirty="0"/>
                        <a:t>)</a:t>
                      </a:r>
                      <a:r>
                        <a:rPr lang="en-PH" sz="1200" dirty="0">
                          <a:effectLst/>
                        </a:rPr>
                        <a:t> </a:t>
                      </a:r>
                      <a:endParaRPr lang="en-US" sz="1200" dirty="0"/>
                    </a:p>
                  </a:txBody>
                  <a:tcPr marL="72678" marR="72678" marT="38575" marB="38575"/>
                </a:tc>
                <a:tc>
                  <a:txBody>
                    <a:bodyPr/>
                    <a:lstStyle/>
                    <a:p>
                      <a:r>
                        <a:rPr lang="en-PH" sz="1200" kern="1200">
                          <a:solidFill>
                            <a:schemeClr val="dk1"/>
                          </a:solidFill>
                          <a:effectLst/>
                        </a:rPr>
                        <a:t>Logically the nature of operational events and the dataset. No further feature engineering .</a:t>
                      </a:r>
                      <a:endParaRPr lang="en-US" sz="1200"/>
                    </a:p>
                  </a:txBody>
                  <a:tcPr marL="72678" marR="72678" marT="38575" marB="38575"/>
                </a:tc>
                <a:extLst>
                  <a:ext uri="{0D108BD9-81ED-4DB2-BD59-A6C34878D82A}">
                    <a16:rowId xmlns:a16="http://schemas.microsoft.com/office/drawing/2014/main" val="2747905906"/>
                  </a:ext>
                </a:extLst>
              </a:tr>
              <a:tr h="2384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Weak correlations of other variables with Target Variables  </a:t>
                      </a:r>
                      <a:endParaRPr lang="en-PH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678" marR="72678" marT="38575" marB="3857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Feature engineer: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How much unresolved audit pressure exists relative to how strong the controls are?: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audit_pressure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=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open_audit_finding_count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/ (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avg_control_effectiveness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+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ε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How stressed the change environment is during a major system release?: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change_stress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= major_release_last_30d ×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open_changes_count</a:t>
                      </a:r>
                      <a:endParaRPr lang="en-PH" sz="12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How overloaded the operational process is?: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ops_stress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= kri_failed_txn_7d × kri_queue_len_mean_14d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How often incidents are occurring in an environment with weak controls?: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control_gap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 = (1 − </a:t>
                      </a:r>
                      <a:r>
                        <a:rPr lang="en-PH" sz="1200" kern="1200" dirty="0" err="1">
                          <a:solidFill>
                            <a:schemeClr val="dk1"/>
                          </a:solidFill>
                          <a:effectLst/>
                        </a:rPr>
                        <a:t>avg_control_effectiveness</a:t>
                      </a:r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/5) × incidents_count_90d</a:t>
                      </a:r>
                      <a:endParaRPr lang="en-PH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678" marR="72678" marT="38575" marB="38575"/>
                </a:tc>
                <a:extLst>
                  <a:ext uri="{0D108BD9-81ED-4DB2-BD59-A6C34878D82A}">
                    <a16:rowId xmlns:a16="http://schemas.microsoft.com/office/drawing/2014/main" val="2072010324"/>
                  </a:ext>
                </a:extLst>
              </a:tr>
              <a:tr h="2232656">
                <a:tc>
                  <a:txBody>
                    <a:bodyPr/>
                    <a:lstStyle/>
                    <a:p>
                      <a:r>
                        <a:rPr lang="en-US" sz="1200"/>
                        <a:t>Heavily skewed distributions</a:t>
                      </a:r>
                    </a:p>
                  </a:txBody>
                  <a:tcPr marL="72678" marR="72678" marT="38575" marB="38575"/>
                </a:tc>
                <a:tc>
                  <a:txBody>
                    <a:bodyPr/>
                    <a:lstStyle/>
                    <a:p>
                      <a:r>
                        <a:rPr lang="en-PH" sz="1200" kern="1200">
                          <a:solidFill>
                            <a:schemeClr val="dk1"/>
                          </a:solidFill>
                          <a:effectLst/>
                        </a:rPr>
                        <a:t>This reflects that most days have no loss, but when losses occur, they can be substantial.</a:t>
                      </a:r>
                      <a:r>
                        <a:rPr lang="en-PH" sz="1200">
                          <a:effectLst/>
                        </a:rPr>
                        <a:t> </a:t>
                      </a:r>
                    </a:p>
                    <a:p>
                      <a:r>
                        <a:rPr lang="en-US" sz="1200"/>
                        <a:t>Feature engineer: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>
                          <a:solidFill>
                            <a:schemeClr val="dk1"/>
                          </a:solidFill>
                          <a:effectLst/>
                        </a:rPr>
                        <a:t>Is this business unit experiencing an unusually high volume of transaction failures?: high_failed_txn_flag = 1 if kri_failed_txn_7d &gt; 90th percentile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>
                          <a:solidFill>
                            <a:schemeClr val="dk1"/>
                          </a:solidFill>
                          <a:effectLst/>
                        </a:rPr>
                        <a:t>Has the system experienced unusually severe or prolonged downtime recently?: high_downtime_flag = 1 if kri_downtime_hours_30d &gt; 90th percentile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1200" kern="1200">
                          <a:solidFill>
                            <a:schemeClr val="dk1"/>
                          </a:solidFill>
                          <a:effectLst/>
                        </a:rPr>
                        <a:t>Is this business unit experiencing high incident counts? high_incidents_flag = 1 if incidents_count_90d &gt; 90th percentile</a:t>
                      </a:r>
                      <a:endParaRPr lang="en-PH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678" marR="72678" marT="38575" marB="38575"/>
                </a:tc>
                <a:extLst>
                  <a:ext uri="{0D108BD9-81ED-4DB2-BD59-A6C34878D82A}">
                    <a16:rowId xmlns:a16="http://schemas.microsoft.com/office/drawing/2014/main" val="4017183440"/>
                  </a:ext>
                </a:extLst>
              </a:tr>
              <a:tr h="567589">
                <a:tc>
                  <a:txBody>
                    <a:bodyPr/>
                    <a:lstStyle/>
                    <a:p>
                      <a:r>
                        <a:rPr lang="en-PH" sz="1200" dirty="0"/>
                        <a:t>Dataset has high dimensionality and complexity </a:t>
                      </a:r>
                      <a:endParaRPr lang="en-US" sz="1200" dirty="0"/>
                    </a:p>
                  </a:txBody>
                  <a:tcPr marL="72678" marR="72678" marT="38575" marB="38575"/>
                </a:tc>
                <a:tc>
                  <a:txBody>
                    <a:bodyPr/>
                    <a:lstStyle/>
                    <a:p>
                      <a:r>
                        <a:rPr lang="en-PH" sz="1200" kern="1200" dirty="0">
                          <a:solidFill>
                            <a:schemeClr val="dk1"/>
                          </a:solidFill>
                          <a:effectLst/>
                        </a:rPr>
                        <a:t>The low variance indicates that operational risk is inherently high-dimensional. As such, dimensionality reduction will not be applied to the final models.</a:t>
                      </a:r>
                      <a:r>
                        <a:rPr lang="en-PH" sz="1200" dirty="0">
                          <a:effectLst/>
                        </a:rPr>
                        <a:t> </a:t>
                      </a:r>
                      <a:endParaRPr lang="en-US" sz="1200" dirty="0"/>
                    </a:p>
                  </a:txBody>
                  <a:tcPr marL="72678" marR="72678" marT="38575" marB="38575"/>
                </a:tc>
                <a:extLst>
                  <a:ext uri="{0D108BD9-81ED-4DB2-BD59-A6C34878D82A}">
                    <a16:rowId xmlns:a16="http://schemas.microsoft.com/office/drawing/2014/main" val="2163354696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9AD8A624-9C31-0D8C-0C19-4C964847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1" y="1136254"/>
            <a:ext cx="5482809" cy="510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53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43042-4D88-2BF5-2EE0-B3914ABC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9B051FC4-3474-1409-63A6-02DB08356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6DF32-1EDE-C9BF-2C68-541053D5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969161"/>
            <a:ext cx="3568677" cy="113625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After Feature Engineering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AD2A77E3-AF34-ACC0-8594-78C66C21B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5A94F7DE-BB4D-6122-D7E7-6DBE7BA7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1914" y="-28321"/>
            <a:ext cx="6980088" cy="691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AA8D430-E424-CED3-FDE9-DA30571CF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00" y="2741949"/>
            <a:ext cx="4586513" cy="3647710"/>
          </a:xfrm>
        </p:spPr>
        <p:txBody>
          <a:bodyPr>
            <a:normAutofit/>
          </a:bodyPr>
          <a:lstStyle/>
          <a:p>
            <a:r>
              <a:rPr lang="en-PH" sz="2000" dirty="0"/>
              <a:t>Several of the engineered features show improved or more meaningful correlations with the target variables compared to their individual components. </a:t>
            </a:r>
          </a:p>
          <a:p>
            <a:r>
              <a:rPr lang="en-PH" sz="2000" dirty="0"/>
              <a:t>This indicates that the feature engineering efforts have been successful in creating stronger signals for risk prediction.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498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0241-C4A9-7F64-716C-1FA2D1AA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11" y="89947"/>
            <a:ext cx="10576964" cy="1905000"/>
          </a:xfrm>
        </p:spPr>
        <p:txBody>
          <a:bodyPr>
            <a:normAutofit/>
          </a:bodyPr>
          <a:lstStyle/>
          <a:p>
            <a:r>
              <a:rPr lang="en-US" sz="4000" dirty="0"/>
              <a:t>Modeling (Event Occurrence – Classification)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BFE933-5DD7-2678-B46F-6C6465814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385870"/>
              </p:ext>
            </p:extLst>
          </p:nvPr>
        </p:nvGraphicFramePr>
        <p:xfrm>
          <a:off x="599946" y="3429000"/>
          <a:ext cx="5848350" cy="225621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97245">
                  <a:extLst>
                    <a:ext uri="{9D8B030D-6E8A-4147-A177-3AD203B41FA5}">
                      <a16:colId xmlns:a16="http://schemas.microsoft.com/office/drawing/2014/main" val="4101373769"/>
                    </a:ext>
                  </a:extLst>
                </a:gridCol>
                <a:gridCol w="1012300">
                  <a:extLst>
                    <a:ext uri="{9D8B030D-6E8A-4147-A177-3AD203B41FA5}">
                      <a16:colId xmlns:a16="http://schemas.microsoft.com/office/drawing/2014/main" val="3991650883"/>
                    </a:ext>
                  </a:extLst>
                </a:gridCol>
                <a:gridCol w="1012935">
                  <a:extLst>
                    <a:ext uri="{9D8B030D-6E8A-4147-A177-3AD203B41FA5}">
                      <a16:colId xmlns:a16="http://schemas.microsoft.com/office/drawing/2014/main" val="1467806748"/>
                    </a:ext>
                  </a:extLst>
                </a:gridCol>
                <a:gridCol w="1012935">
                  <a:extLst>
                    <a:ext uri="{9D8B030D-6E8A-4147-A177-3AD203B41FA5}">
                      <a16:colId xmlns:a16="http://schemas.microsoft.com/office/drawing/2014/main" val="1110440830"/>
                    </a:ext>
                  </a:extLst>
                </a:gridCol>
                <a:gridCol w="1012935">
                  <a:extLst>
                    <a:ext uri="{9D8B030D-6E8A-4147-A177-3AD203B41FA5}">
                      <a16:colId xmlns:a16="http://schemas.microsoft.com/office/drawing/2014/main" val="140006453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index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ROC-AUC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b="1" kern="100" dirty="0">
                          <a:solidFill>
                            <a:schemeClr val="lt1"/>
                          </a:solidFill>
                          <a:effectLst/>
                        </a:rPr>
                        <a:t>PR-AUC</a:t>
                      </a:r>
                      <a:endParaRPr lang="en-PH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Recall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Recall@Top-10%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89583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LightGBM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0.49443526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0.04035478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0.01265823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0.13924051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49162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Logistic Regression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0.52948425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0.04168236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0.36708861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0.08860759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38252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Random Forest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0.47994518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0.03739842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0.07594937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20866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Decision Tree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0.49582232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0.0392383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0.03797468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0.08860759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1575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SVC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0.46668072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0.03611753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0.15189873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0.06329114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10807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4FBAED-975E-1934-BDC2-B85759C9E58C}"/>
              </a:ext>
            </a:extLst>
          </p:cNvPr>
          <p:cNvSpPr txBox="1"/>
          <p:nvPr/>
        </p:nvSpPr>
        <p:spPr>
          <a:xfrm>
            <a:off x="473623" y="2388808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dirty="0"/>
              <a:t>Objective: Predict whether a non-financial risk event will occur within the next 30 days</a:t>
            </a:r>
          </a:p>
        </p:txBody>
      </p:sp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D184B9C4-A8C9-33C2-682A-974AEE74AB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427924"/>
              </p:ext>
            </p:extLst>
          </p:nvPr>
        </p:nvGraphicFramePr>
        <p:xfrm>
          <a:off x="6883641" y="1888761"/>
          <a:ext cx="4976734" cy="4359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409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26C03-3AC9-29E4-AC5F-3A7D5001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787-C44C-54F5-D558-636CF339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227118"/>
            <a:ext cx="10914740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(Event Occurrence – Classification, After Tuning)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BAA8FE-8C07-3A9B-56B7-E6A95BDBE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536461"/>
              </p:ext>
            </p:extLst>
          </p:nvPr>
        </p:nvGraphicFramePr>
        <p:xfrm>
          <a:off x="6099048" y="1708446"/>
          <a:ext cx="5458970" cy="344110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010998">
                  <a:extLst>
                    <a:ext uri="{9D8B030D-6E8A-4147-A177-3AD203B41FA5}">
                      <a16:colId xmlns:a16="http://schemas.microsoft.com/office/drawing/2014/main" val="3459260977"/>
                    </a:ext>
                  </a:extLst>
                </a:gridCol>
                <a:gridCol w="919030">
                  <a:extLst>
                    <a:ext uri="{9D8B030D-6E8A-4147-A177-3AD203B41FA5}">
                      <a16:colId xmlns:a16="http://schemas.microsoft.com/office/drawing/2014/main" val="275983850"/>
                    </a:ext>
                  </a:extLst>
                </a:gridCol>
                <a:gridCol w="1039151">
                  <a:extLst>
                    <a:ext uri="{9D8B030D-6E8A-4147-A177-3AD203B41FA5}">
                      <a16:colId xmlns:a16="http://schemas.microsoft.com/office/drawing/2014/main" val="1851443685"/>
                    </a:ext>
                  </a:extLst>
                </a:gridCol>
                <a:gridCol w="1076914">
                  <a:extLst>
                    <a:ext uri="{9D8B030D-6E8A-4147-A177-3AD203B41FA5}">
                      <a16:colId xmlns:a16="http://schemas.microsoft.com/office/drawing/2014/main" val="3486267166"/>
                    </a:ext>
                  </a:extLst>
                </a:gridCol>
                <a:gridCol w="1412877">
                  <a:extLst>
                    <a:ext uri="{9D8B030D-6E8A-4147-A177-3AD203B41FA5}">
                      <a16:colId xmlns:a16="http://schemas.microsoft.com/office/drawing/2014/main" val="1202547038"/>
                    </a:ext>
                  </a:extLst>
                </a:gridCol>
              </a:tblGrid>
              <a:tr h="9879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b="0" kern="100" cap="none" spc="0"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en-PH" sz="1200" b="0" kern="1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b="0" kern="100" cap="none" spc="0">
                          <a:solidFill>
                            <a:schemeClr val="bg1"/>
                          </a:solidFill>
                          <a:effectLst/>
                        </a:rPr>
                        <a:t>Optimal Recall Threshold</a:t>
                      </a:r>
                      <a:endParaRPr lang="en-PH" sz="1200" b="0" kern="1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b="0" kern="100" cap="none" spc="0">
                          <a:solidFill>
                            <a:schemeClr val="bg1"/>
                          </a:solidFill>
                          <a:effectLst/>
                        </a:rPr>
                        <a:t>Optimal Recall</a:t>
                      </a:r>
                      <a:endParaRPr lang="en-PH" sz="1200" b="0" kern="1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b="0" kern="100" cap="none" spc="0">
                          <a:solidFill>
                            <a:schemeClr val="bg1"/>
                          </a:solidFill>
                          <a:effectLst/>
                        </a:rPr>
                        <a:t>Optimal Recall@Top-10% Threshold</a:t>
                      </a:r>
                      <a:endParaRPr lang="en-PH" sz="1200" b="0" kern="1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b="0" kern="100" cap="none" spc="0">
                          <a:solidFill>
                            <a:schemeClr val="bg1"/>
                          </a:solidFill>
                          <a:effectLst/>
                        </a:rPr>
                        <a:t>Optimal Recall@Top-10%</a:t>
                      </a:r>
                      <a:endParaRPr lang="en-PH" sz="1200" b="0" kern="1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 anchor="ctr"/>
                </a:tc>
                <a:extLst>
                  <a:ext uri="{0D108BD9-81ED-4DB2-BD59-A6C34878D82A}">
                    <a16:rowId xmlns:a16="http://schemas.microsoft.com/office/drawing/2014/main" val="4241295185"/>
                  </a:ext>
                </a:extLst>
              </a:tr>
              <a:tr h="3663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 err="1">
                          <a:solidFill>
                            <a:schemeClr val="bg1"/>
                          </a:solidFill>
                          <a:effectLst/>
                        </a:rPr>
                        <a:t>LightGBM</a:t>
                      </a:r>
                      <a:endParaRPr lang="en-PH" sz="1200" kern="1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0.63291139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0.13924051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extLst>
                  <a:ext uri="{0D108BD9-81ED-4DB2-BD59-A6C34878D82A}">
                    <a16:rowId xmlns:a16="http://schemas.microsoft.com/office/drawing/2014/main" val="2189449020"/>
                  </a:ext>
                </a:extLst>
              </a:tr>
              <a:tr h="5735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Logistic Regression</a:t>
                      </a:r>
                      <a:endParaRPr lang="en-PH" sz="1200" kern="1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0.08860759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extLst>
                  <a:ext uri="{0D108BD9-81ED-4DB2-BD59-A6C34878D82A}">
                    <a16:rowId xmlns:a16="http://schemas.microsoft.com/office/drawing/2014/main" val="4068786294"/>
                  </a:ext>
                </a:extLst>
              </a:tr>
              <a:tr h="5735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Random Forest</a:t>
                      </a:r>
                      <a:endParaRPr lang="en-PH" sz="1200" kern="1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0.27848101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0.07594937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extLst>
                  <a:ext uri="{0D108BD9-81ED-4DB2-BD59-A6C34878D82A}">
                    <a16:rowId xmlns:a16="http://schemas.microsoft.com/office/drawing/2014/main" val="3288232691"/>
                  </a:ext>
                </a:extLst>
              </a:tr>
              <a:tr h="5735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Decision Tree</a:t>
                      </a:r>
                      <a:endParaRPr lang="en-PH" sz="1200" kern="1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0.03797468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0.08860759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extLst>
                  <a:ext uri="{0D108BD9-81ED-4DB2-BD59-A6C34878D82A}">
                    <a16:rowId xmlns:a16="http://schemas.microsoft.com/office/drawing/2014/main" val="4139763969"/>
                  </a:ext>
                </a:extLst>
              </a:tr>
              <a:tr h="3663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SVC</a:t>
                      </a:r>
                      <a:endParaRPr lang="en-PH" sz="1200" kern="1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0.01265823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  <a:endParaRPr lang="en-PH" sz="12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H" sz="12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0.06329114</a:t>
                      </a:r>
                      <a:endParaRPr lang="en-PH" sz="12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6239" marR="49753" marT="66337" marB="66337"/>
                </a:tc>
                <a:extLst>
                  <a:ext uri="{0D108BD9-81ED-4DB2-BD59-A6C34878D82A}">
                    <a16:rowId xmlns:a16="http://schemas.microsoft.com/office/drawing/2014/main" val="20829612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5045F4-3BDA-266B-8739-6B24BF9C8A55}"/>
              </a:ext>
            </a:extLst>
          </p:cNvPr>
          <p:cNvSpPr txBox="1"/>
          <p:nvPr/>
        </p:nvSpPr>
        <p:spPr>
          <a:xfrm>
            <a:off x="643278" y="2673995"/>
            <a:ext cx="48188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00"/>
                </a:solidFill>
                <a:effectLst/>
              </a:rPr>
              <a:t>Threshold tuning significantly improved the ability of models to detect rare non-financial risk events.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solidFill>
                  <a:srgbClr val="000000"/>
                </a:solidFill>
                <a:effectLst/>
              </a:rPr>
              <a:t>Logistic Regression achieved perfect recall after threshold tuning but this came at the expense of meaningful risk prioritization.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>
                <a:solidFill>
                  <a:srgbClr val="000000"/>
                </a:solidFill>
                <a:effectLst/>
              </a:rPr>
              <a:t>Decision: </a:t>
            </a:r>
            <a:r>
              <a:rPr lang="en-PH" dirty="0" err="1">
                <a:solidFill>
                  <a:srgbClr val="000000"/>
                </a:solidFill>
                <a:effectLst/>
              </a:rPr>
              <a:t>LightGBM</a:t>
            </a:r>
            <a:r>
              <a:rPr lang="en-PH" dirty="0">
                <a:solidFill>
                  <a:srgbClr val="000000"/>
                </a:solidFill>
                <a:effectLst/>
              </a:rPr>
              <a:t> - provides the best balance between high event detection and effective concentration of true events within the top-risk segment, making it the most suitable model for non-financial risk management.</a:t>
            </a:r>
            <a:br>
              <a:rPr lang="en-PH" dirty="0">
                <a:solidFill>
                  <a:srgbClr val="000000"/>
                </a:solidFill>
                <a:effectLst/>
              </a:rPr>
            </a:br>
            <a:endParaRPr lang="en-PH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3417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80832-77DB-8DF7-B9AC-73B249B8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F409-B060-E121-FFB0-FC16C7D8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Modeling (Severity Amount - Regression)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0F259-CD4A-83D0-AB91-6D14EC9BCD1C}"/>
              </a:ext>
            </a:extLst>
          </p:cNvPr>
          <p:cNvSpPr txBox="1"/>
          <p:nvPr/>
        </p:nvSpPr>
        <p:spPr>
          <a:xfrm>
            <a:off x="836612" y="2013853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dirty="0"/>
              <a:t>Objective: Estimate the potential severity of events that will occur within the next 30 days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367392-6A20-2285-9A46-245197C32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019923"/>
              </p:ext>
            </p:extLst>
          </p:nvPr>
        </p:nvGraphicFramePr>
        <p:xfrm>
          <a:off x="2001298" y="3159861"/>
          <a:ext cx="3771624" cy="157689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923984569"/>
                    </a:ext>
                  </a:extLst>
                </a:gridCol>
                <a:gridCol w="1039074">
                  <a:extLst>
                    <a:ext uri="{9D8B030D-6E8A-4147-A177-3AD203B41FA5}">
                      <a16:colId xmlns:a16="http://schemas.microsoft.com/office/drawing/2014/main" val="502254794"/>
                    </a:ext>
                  </a:extLst>
                </a:gridCol>
                <a:gridCol w="1039074">
                  <a:extLst>
                    <a:ext uri="{9D8B030D-6E8A-4147-A177-3AD203B41FA5}">
                      <a16:colId xmlns:a16="http://schemas.microsoft.com/office/drawing/2014/main" val="42021497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b="0" kern="1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RMSE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MAE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4627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 err="1">
                          <a:effectLst/>
                        </a:rPr>
                        <a:t>LightGBM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12907.0186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7765.67504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28110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Linear Regression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12310.5532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8256.58213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73272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Random Forest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12797.7757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8202.28299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712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Decision Tree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>
                          <a:effectLst/>
                        </a:rPr>
                        <a:t>15250.3297</a:t>
                      </a:r>
                      <a:endParaRPr lang="en-PH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PH" sz="1200" kern="100" dirty="0">
                          <a:effectLst/>
                        </a:rPr>
                        <a:t>10554.4323</a:t>
                      </a:r>
                      <a:endParaRPr lang="en-PH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7624550"/>
                  </a:ext>
                </a:extLst>
              </a:tr>
            </a:tbl>
          </a:graphicData>
        </a:graphic>
      </p:graphicFrame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374117CE-ABF0-D54D-E4F6-EAF11E291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520168"/>
              </p:ext>
            </p:extLst>
          </p:nvPr>
        </p:nvGraphicFramePr>
        <p:xfrm>
          <a:off x="6937608" y="1690689"/>
          <a:ext cx="4976734" cy="4515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578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CD48-3148-94C7-587F-4C4BD3AA2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257" y="-146843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dirty="0"/>
              <a:t>Addressing Limitations and Ethical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34B8-584A-CBDF-F29E-229D1D51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6544" cy="489601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Class Imbalance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NFR events are rare (~4%), which can cause under detection. </a:t>
            </a:r>
            <a:endParaRPr lang="en-US" sz="2400" dirty="0">
              <a:solidFill>
                <a:schemeClr val="tx1"/>
              </a:solidFill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Addressed through: stratified sampling, class weighting, and probability threshold tuning.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Ensure material risk events are prioritized within limited review capacity.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Target Leakage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Preserve predictive integrity.</a:t>
            </a:r>
            <a:endParaRPr lang="en-US" sz="2400" dirty="0">
              <a:solidFill>
                <a:schemeClr val="tx1"/>
              </a:solidFill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Addressed through: severity amount feature was excluded from event prediction, event </a:t>
            </a:r>
            <a:r>
              <a:rPr lang="en-PH" dirty="0"/>
              <a:t>occurrence</a:t>
            </a:r>
            <a:r>
              <a:rPr lang="en-PH" sz="2400" dirty="0">
                <a:solidFill>
                  <a:schemeClr val="tx1"/>
                </a:solidFill>
              </a:rPr>
              <a:t> was excluded from severity amount modeling.</a:t>
            </a:r>
            <a:endParaRPr lang="en-US" sz="2400" dirty="0">
              <a:solidFill>
                <a:schemeClr val="tx1"/>
              </a:solidFill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Ensure all predictions are forward-looking and decision-relevant.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Overfitting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Prevent the models from learning noise or historical artefacts.</a:t>
            </a:r>
            <a:endParaRPr lang="en-US" sz="2400" dirty="0">
              <a:solidFill>
                <a:schemeClr val="tx1"/>
              </a:solidFill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Addressed through: independent train–test evaluation, model regularization, and the use of ensemble tree-based methods.  Conservative learning behavior was applied.</a:t>
            </a:r>
            <a:endParaRPr lang="en-US" sz="2400" dirty="0">
              <a:solidFill>
                <a:schemeClr val="tx1"/>
              </a:solidFill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PH" sz="2400" dirty="0">
                <a:solidFill>
                  <a:schemeClr val="tx1"/>
                </a:solidFill>
              </a:rPr>
              <a:t>Ensure stable performance on unseen data.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3F647-7EFB-2369-AD25-EC1A44905226}"/>
              </a:ext>
            </a:extLst>
          </p:cNvPr>
          <p:cNvSpPr txBox="1">
            <a:spLocks/>
          </p:cNvSpPr>
          <p:nvPr/>
        </p:nvSpPr>
        <p:spPr>
          <a:xfrm>
            <a:off x="838200" y="1346201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Addressing Limitations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26F781A-BEB1-7B50-8880-73E740D848CF}"/>
              </a:ext>
            </a:extLst>
          </p:cNvPr>
          <p:cNvSpPr txBox="1">
            <a:spLocks/>
          </p:cNvSpPr>
          <p:nvPr/>
        </p:nvSpPr>
        <p:spPr>
          <a:xfrm>
            <a:off x="6170612" y="1346201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Ethical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B5CCF-882D-63F6-9823-F7F128D8BD56}"/>
              </a:ext>
            </a:extLst>
          </p:cNvPr>
          <p:cNvSpPr txBox="1"/>
          <p:nvPr/>
        </p:nvSpPr>
        <p:spPr>
          <a:xfrm>
            <a:off x="6087898" y="1758157"/>
            <a:ext cx="53623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Current Scope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300" dirty="0"/>
              <a:t>Synthetic data contains no direct sensitive attributes, so demographic bias testing is not applicable.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Potential Bias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300" dirty="0"/>
              <a:t>Business units, HR indicators, historical patterns, and incident narratives may act as indirect proxies in real-world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Fairness Governance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300" dirty="0"/>
              <a:t>Monitor prediction parity, error rates, and threshold impacts across identified proxy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Mitigation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300" dirty="0"/>
              <a:t>Apply debiasing techniques, fairness-aware validation, careful feature design, and ongoing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Risk Committee Assurance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300" dirty="0"/>
              <a:t>The model framework is designed to support fair, explainable, and regulator-ready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B8058D-EFCD-6E9C-7BA6-2CF4780D6B16}"/>
              </a:ext>
            </a:extLst>
          </p:cNvPr>
          <p:cNvCxnSpPr>
            <a:cxnSpLocks/>
          </p:cNvCxnSpPr>
          <p:nvPr/>
        </p:nvCxnSpPr>
        <p:spPr>
          <a:xfrm>
            <a:off x="5825126" y="1346201"/>
            <a:ext cx="0" cy="5375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24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1C12-FE91-C688-62CA-C5ECC594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3" y="248273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/>
              <a:t>Business Impact and Results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20ACBEF-AB27-AA91-1C94-F27DC3664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489785"/>
              </p:ext>
            </p:extLst>
          </p:nvPr>
        </p:nvGraphicFramePr>
        <p:xfrm>
          <a:off x="-475529" y="2366963"/>
          <a:ext cx="4664157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76E047-2B29-AE2C-BCA0-82E09010C584}"/>
              </a:ext>
            </a:extLst>
          </p:cNvPr>
          <p:cNvSpPr txBox="1"/>
          <p:nvPr/>
        </p:nvSpPr>
        <p:spPr>
          <a:xfrm>
            <a:off x="422504" y="1748571"/>
            <a:ext cx="2868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Priority Business 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1C40C-F6B4-470F-9E9B-0E96B88C2CE9}"/>
              </a:ext>
            </a:extLst>
          </p:cNvPr>
          <p:cNvSpPr txBox="1"/>
          <p:nvPr/>
        </p:nvSpPr>
        <p:spPr>
          <a:xfrm>
            <a:off x="4399224" y="2366962"/>
            <a:ext cx="37281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AI-Driven NFR Prediction Model forecasted that </a:t>
            </a:r>
            <a:r>
              <a:rPr lang="en-PH" dirty="0"/>
              <a:t>NFR events will occur in the next 30 days.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the top 10 business units that should be prioritized because of highest predicted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proactive measures, mitigation strategies, and effective control design and implementation.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75C8B-37CA-521F-3A4B-33CB51062AAC}"/>
              </a:ext>
            </a:extLst>
          </p:cNvPr>
          <p:cNvSpPr txBox="1"/>
          <p:nvPr/>
        </p:nvSpPr>
        <p:spPr>
          <a:xfrm>
            <a:off x="8925385" y="1748571"/>
            <a:ext cx="286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Potential Loss Avoided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10DA93-81BE-981F-4CB4-B27BEA76C6F8}"/>
              </a:ext>
            </a:extLst>
          </p:cNvPr>
          <p:cNvCxnSpPr/>
          <p:nvPr/>
        </p:nvCxnSpPr>
        <p:spPr>
          <a:xfrm>
            <a:off x="3996328" y="1748571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Play with solid fill">
            <a:extLst>
              <a:ext uri="{FF2B5EF4-FFF2-40B4-BE49-F238E27FC236}">
                <a16:creationId xmlns:a16="http://schemas.microsoft.com/office/drawing/2014/main" id="{31D2E359-5B97-233D-CC3A-4AB0CE3125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9128" y="3200400"/>
            <a:ext cx="914400" cy="9144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2BE27A-F423-CA33-DD41-735659C0C02F}"/>
              </a:ext>
            </a:extLst>
          </p:cNvPr>
          <p:cNvCxnSpPr/>
          <p:nvPr/>
        </p:nvCxnSpPr>
        <p:spPr>
          <a:xfrm>
            <a:off x="8319675" y="1748571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 descr="Play with solid fill">
            <a:extLst>
              <a:ext uri="{FF2B5EF4-FFF2-40B4-BE49-F238E27FC236}">
                <a16:creationId xmlns:a16="http://schemas.microsoft.com/office/drawing/2014/main" id="{4AE7B39D-59C6-1C31-8E43-1F164010F4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985" y="3200400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3E6C0A-86ED-1E9A-6C50-8B4D56336024}"/>
              </a:ext>
            </a:extLst>
          </p:cNvPr>
          <p:cNvSpPr txBox="1"/>
          <p:nvPr/>
        </p:nvSpPr>
        <p:spPr>
          <a:xfrm>
            <a:off x="9372430" y="3272879"/>
            <a:ext cx="1972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$7.6 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949DE-8985-5210-E9E7-2FA0F5F7D0F3}"/>
              </a:ext>
            </a:extLst>
          </p:cNvPr>
          <p:cNvSpPr txBox="1"/>
          <p:nvPr/>
        </p:nvSpPr>
        <p:spPr>
          <a:xfrm>
            <a:off x="8925385" y="4195001"/>
            <a:ext cx="28661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This figure represents the projected financial loss should risk events materialize within the top 10 prioritized business units.</a:t>
            </a:r>
          </a:p>
        </p:txBody>
      </p:sp>
    </p:spTree>
    <p:extLst>
      <p:ext uri="{BB962C8B-B14F-4D97-AF65-F5344CB8AC3E}">
        <p14:creationId xmlns:p14="http://schemas.microsoft.com/office/powerpoint/2010/main" val="222961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DCD2-1194-A50E-AB5F-AAF1D75F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5845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Experimentation: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45EF-69FF-7D65-DBDE-B79A315F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4258456" cy="4351338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PH" sz="1800" dirty="0"/>
              <a:t>If we must choose: Hierarchical Clustering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PH" sz="1600" dirty="0"/>
              <a:t>Higher Silhouette Score and balanced cluster structure indicate better internal cohesion and separation, which is desirable for exploratory segmentation of risk profiles. </a:t>
            </a:r>
            <a:endParaRPr lang="en-US" sz="1600"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PH" sz="1800" dirty="0"/>
              <a:t>However: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PH" sz="1600" dirty="0"/>
              <a:t>Silhouette Scores across all methods highlight that NFR data does not naturally form strongly separable clusters.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PH" sz="1600" dirty="0"/>
              <a:t>This reflects the complex, overlapping, and multi-factor nature of operational and non-financial risks. </a:t>
            </a:r>
            <a:endParaRPr lang="en-US" sz="1600"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PH" sz="1800" dirty="0"/>
              <a:t>Conclusion: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PH" sz="1600" dirty="0"/>
              <a:t>Use unsupervised clustering as an exploratory and complementary analysis, not a core predictive mechanism.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</p:txBody>
      </p:sp>
      <p:pic>
        <p:nvPicPr>
          <p:cNvPr id="4" name="Picture 6" descr="A diagram of clusters of dots&#10;&#10;AI-generated content may be incorrect.">
            <a:extLst>
              <a:ext uri="{FF2B5EF4-FFF2-40B4-BE49-F238E27FC236}">
                <a16:creationId xmlns:a16="http://schemas.microsoft.com/office/drawing/2014/main" id="{09249701-1065-7482-D29B-416F51D1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9112" y="766495"/>
            <a:ext cx="2050764" cy="17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D2B37BFA-00F8-6B36-2DAE-0DCDFE58A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61183" y="767240"/>
            <a:ext cx="2048256" cy="170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 diagram of a cluster of dots&#10;&#10;AI-generated content may be incorrect.">
            <a:extLst>
              <a:ext uri="{FF2B5EF4-FFF2-40B4-BE49-F238E27FC236}">
                <a16:creationId xmlns:a16="http://schemas.microsoft.com/office/drawing/2014/main" id="{E6FBEC6E-6297-AA53-6901-945CD441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60746" y="766196"/>
            <a:ext cx="2050764" cy="17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5DFD41-812D-C401-E085-3C0FC869B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81794"/>
              </p:ext>
            </p:extLst>
          </p:nvPr>
        </p:nvGraphicFramePr>
        <p:xfrm>
          <a:off x="5359112" y="2993579"/>
          <a:ext cx="6452399" cy="288893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920720">
                  <a:extLst>
                    <a:ext uri="{9D8B030D-6E8A-4147-A177-3AD203B41FA5}">
                      <a16:colId xmlns:a16="http://schemas.microsoft.com/office/drawing/2014/main" val="923984569"/>
                    </a:ext>
                  </a:extLst>
                </a:gridCol>
                <a:gridCol w="2531679">
                  <a:extLst>
                    <a:ext uri="{9D8B030D-6E8A-4147-A177-3AD203B41FA5}">
                      <a16:colId xmlns:a16="http://schemas.microsoft.com/office/drawing/2014/main" val="502254794"/>
                    </a:ext>
                  </a:extLst>
                </a:gridCol>
              </a:tblGrid>
              <a:tr h="8088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900" b="1" kern="1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 marL="115425" marR="123669" marT="32978" marB="2473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900" b="1" kern="100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Sil Score</a:t>
                      </a:r>
                    </a:p>
                  </a:txBody>
                  <a:tcPr marL="115425" marR="123669" marT="32978" marB="2473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462741"/>
                  </a:ext>
                </a:extLst>
              </a:tr>
              <a:tr h="693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K-Means</a:t>
                      </a:r>
                    </a:p>
                  </a:txBody>
                  <a:tcPr marL="115425" marR="123669" marT="32978" marB="247338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0.214</a:t>
                      </a:r>
                    </a:p>
                  </a:txBody>
                  <a:tcPr marL="115425" marR="123669" marT="32978" marB="24733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811015"/>
                  </a:ext>
                </a:extLst>
              </a:tr>
              <a:tr h="693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DBSCAN</a:t>
                      </a:r>
                    </a:p>
                  </a:txBody>
                  <a:tcPr marL="115425" marR="123669" marT="32978" marB="247338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0.182</a:t>
                      </a:r>
                    </a:p>
                  </a:txBody>
                  <a:tcPr marL="115425" marR="123669" marT="32978" marB="24733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327203"/>
                  </a:ext>
                </a:extLst>
              </a:tr>
              <a:tr h="693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Hierarchical Clustering </a:t>
                      </a:r>
                    </a:p>
                  </a:txBody>
                  <a:tcPr marL="115425" marR="123669" marT="32978" marB="247338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buNone/>
                      </a:pPr>
                      <a:r>
                        <a:rPr lang="en-PH" sz="2200" b="1" kern="1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0.239</a:t>
                      </a:r>
                    </a:p>
                  </a:txBody>
                  <a:tcPr marL="115425" marR="123669" marT="32978" marB="24733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7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73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58AE-BD2D-3FE6-9EC9-24A03488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Experimentation: Recommender System and Deep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C7219-CAD4-C5EE-8A18-53C35F6F3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51383"/>
            <a:ext cx="5157787" cy="823912"/>
          </a:xfrm>
        </p:spPr>
        <p:txBody>
          <a:bodyPr/>
          <a:lstStyle/>
          <a:p>
            <a:r>
              <a:rPr lang="en-US" dirty="0"/>
              <a:t>Recommender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32FC9-B090-856A-3DDF-1907475F1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0124"/>
            <a:ext cx="5157787" cy="4435367"/>
          </a:xfrm>
        </p:spPr>
        <p:txBody>
          <a:bodyPr>
            <a:noAutofit/>
          </a:bodyPr>
          <a:lstStyle/>
          <a:p>
            <a:r>
              <a:rPr lang="en-PH" sz="1600" dirty="0"/>
              <a:t>Suitability for NFR - content-based recommendation approach (instead collaboration)</a:t>
            </a:r>
          </a:p>
          <a:p>
            <a:r>
              <a:rPr lang="en-PH" sz="1600" dirty="0"/>
              <a:t>Data Preparation and Risk Profiling </a:t>
            </a:r>
          </a:p>
          <a:p>
            <a:pPr lvl="1"/>
            <a:r>
              <a:rPr lang="en-PH" sz="1600" dirty="0"/>
              <a:t>24 relevant numerical risk indicators</a:t>
            </a:r>
            <a:r>
              <a:rPr lang="en-PH" sz="1600" b="1" dirty="0"/>
              <a:t> </a:t>
            </a:r>
            <a:r>
              <a:rPr lang="en-PH" sz="1600" dirty="0"/>
              <a:t> (excludes identifiers and target variable to prevent leakage)</a:t>
            </a:r>
          </a:p>
          <a:p>
            <a:pPr lvl="1"/>
            <a:r>
              <a:rPr lang="en-PH" sz="1600" dirty="0"/>
              <a:t>120 distinct business unit profiles</a:t>
            </a:r>
          </a:p>
          <a:p>
            <a:pPr lvl="1"/>
            <a:r>
              <a:rPr lang="en-PH" sz="1600" dirty="0"/>
              <a:t>Scaled to ensure comparability</a:t>
            </a:r>
          </a:p>
          <a:p>
            <a:r>
              <a:rPr lang="en-PH" sz="1600" dirty="0"/>
              <a:t>Similarity computation – Cosine similarity used for comparing high-dimensional feature vectors</a:t>
            </a:r>
          </a:p>
          <a:p>
            <a:r>
              <a:rPr lang="en-PH" sz="1600" dirty="0"/>
              <a:t>Implementation and Validation - Testing the system using UNIT_001 successfully returned a ranked list of five peer units with closely aligned risk profile.</a:t>
            </a:r>
          </a:p>
          <a:p>
            <a:r>
              <a:rPr lang="en-PH" sz="1600" dirty="0"/>
              <a:t>For further study: Incorporate textual data, dynamic profiles, hybrid similarity metrics</a:t>
            </a:r>
          </a:p>
          <a:p>
            <a:endParaRPr lang="en-PH" sz="1600" dirty="0"/>
          </a:p>
          <a:p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169F7-3F95-9D03-81A3-4F55A3DB5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51383"/>
            <a:ext cx="5183188" cy="823912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C8B30-ED8D-815D-9A0E-4348FFC18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30124"/>
            <a:ext cx="5183188" cy="4435367"/>
          </a:xfrm>
        </p:spPr>
        <p:txBody>
          <a:bodyPr>
            <a:normAutofit/>
          </a:bodyPr>
          <a:lstStyle/>
          <a:p>
            <a:r>
              <a:rPr lang="en-PH" sz="1600" dirty="0"/>
              <a:t>Deep learning models were not performed due to limited data volume, tabular feature structure, and the need for transparent, auditable explanations in a non-financial risk context.</a:t>
            </a:r>
          </a:p>
          <a:p>
            <a:r>
              <a:rPr lang="en-PH" sz="1600" dirty="0"/>
              <a:t>Area for Further Study for NFR: Management: Deep learning techniques are most appropriate for non-financial risk applications involving unstructured or sequential data, such as incident narratives, regulatory communications, and time-series escalation patterns. </a:t>
            </a:r>
          </a:p>
          <a:p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5EBF2-079B-A30D-6B7D-A33B71DDBA36}"/>
              </a:ext>
            </a:extLst>
          </p:cNvPr>
          <p:cNvCxnSpPr/>
          <p:nvPr/>
        </p:nvCxnSpPr>
        <p:spPr>
          <a:xfrm>
            <a:off x="6006517" y="1690688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6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1705</Words>
  <Application>Microsoft Macintosh PowerPoint</Application>
  <PresentationFormat>Widescreen</PresentationFormat>
  <Paragraphs>220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AI-Driven Non-Financial Risk Prediction and Control Effectiveness System for Banking</vt:lpstr>
      <vt:lpstr>Business and Data Science Problem</vt:lpstr>
      <vt:lpstr>Dataset Preparation and EDA</vt:lpstr>
      <vt:lpstr>Feature Engineering</vt:lpstr>
      <vt:lpstr>After Feature Engineering</vt:lpstr>
      <vt:lpstr>Modeling (Event Occurrence – Classification)</vt:lpstr>
      <vt:lpstr>Modeling (Event Occurrence – Classification, After Tuning)</vt:lpstr>
      <vt:lpstr>Modeling (Severity Amount - Regression)</vt:lpstr>
      <vt:lpstr>Addressing Limitations and Ethical AI</vt:lpstr>
      <vt:lpstr>Business Impact and Results</vt:lpstr>
      <vt:lpstr>Experimentation: Unsupervised Learning</vt:lpstr>
      <vt:lpstr>Experimentation: Recommender System and Deep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Jeia Tirante</dc:creator>
  <cp:lastModifiedBy>Jeia Tirante</cp:lastModifiedBy>
  <cp:revision>1</cp:revision>
  <dcterms:created xsi:type="dcterms:W3CDTF">2025-12-29T08:04:26Z</dcterms:created>
  <dcterms:modified xsi:type="dcterms:W3CDTF">2025-12-29T12:02:48Z</dcterms:modified>
</cp:coreProperties>
</file>