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9" r:id="rId1"/>
  </p:sldMasterIdLst>
  <p:notesMasterIdLst>
    <p:notesMasterId r:id="rId13"/>
  </p:notesMasterIdLst>
  <p:sldIdLst>
    <p:sldId id="256" r:id="rId2"/>
    <p:sldId id="2565" r:id="rId3"/>
    <p:sldId id="270" r:id="rId4"/>
    <p:sldId id="259" r:id="rId5"/>
    <p:sldId id="2566" r:id="rId6"/>
    <p:sldId id="275" r:id="rId7"/>
    <p:sldId id="272" r:id="rId8"/>
    <p:sldId id="271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757480-2076-8D44-B91A-2BE9B4ADCA3F}" v="1569" dt="2025-12-29T11:50:59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49"/>
    <p:restoredTop sz="94696"/>
  </p:normalViewPr>
  <p:slideViewPr>
    <p:cSldViewPr snapToGrid="0">
      <p:cViewPr varScale="1">
        <p:scale>
          <a:sx n="86" d="100"/>
          <a:sy n="86" d="100"/>
        </p:scale>
        <p:origin x="76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ia Tirante" userId="0ae0bb53663ec93f" providerId="LiveId" clId="{2C13E364-AD2A-5BFE-9846-C9CD05C5822E}"/>
    <pc:docChg chg="modSld">
      <pc:chgData name="Jeia Tirante" userId="0ae0bb53663ec93f" providerId="LiveId" clId="{2C13E364-AD2A-5BFE-9846-C9CD05C5822E}" dt="2025-12-29T11:50:59.897" v="313" actId="20577"/>
      <pc:docMkLst>
        <pc:docMk/>
      </pc:docMkLst>
      <pc:sldChg chg="modSp mod">
        <pc:chgData name="Jeia Tirante" userId="0ae0bb53663ec93f" providerId="LiveId" clId="{2C13E364-AD2A-5BFE-9846-C9CD05C5822E}" dt="2025-12-29T07:33:53.640" v="298" actId="20577"/>
        <pc:sldMkLst>
          <pc:docMk/>
          <pc:sldMk cId="0" sldId="265"/>
        </pc:sldMkLst>
        <pc:spChg chg="mod">
          <ac:chgData name="Jeia Tirante" userId="0ae0bb53663ec93f" providerId="LiveId" clId="{2C13E364-AD2A-5BFE-9846-C9CD05C5822E}" dt="2025-12-29T07:33:53.640" v="298" actId="20577"/>
          <ac:spMkLst>
            <pc:docMk/>
            <pc:sldMk cId="0" sldId="265"/>
            <ac:spMk id="3" creationId="{00000000-0000-0000-0000-000000000000}"/>
          </ac:spMkLst>
        </pc:spChg>
      </pc:sldChg>
      <pc:sldChg chg="addSp modSp mod">
        <pc:chgData name="Jeia Tirante" userId="0ae0bb53663ec93f" providerId="LiveId" clId="{2C13E364-AD2A-5BFE-9846-C9CD05C5822E}" dt="2025-12-29T07:25:50.935" v="188" actId="1076"/>
        <pc:sldMkLst>
          <pc:docMk/>
          <pc:sldMk cId="2229610723" sldId="271"/>
        </pc:sldMkLst>
        <pc:spChg chg="add mod">
          <ac:chgData name="Jeia Tirante" userId="0ae0bb53663ec93f" providerId="LiveId" clId="{2C13E364-AD2A-5BFE-9846-C9CD05C5822E}" dt="2025-12-29T07:25:50.935" v="188" actId="1076"/>
          <ac:spMkLst>
            <pc:docMk/>
            <pc:sldMk cId="2229610723" sldId="271"/>
            <ac:spMk id="3" creationId="{E7D949DE-8985-5210-E9E7-2FA0F5F7D0F3}"/>
          </ac:spMkLst>
        </pc:spChg>
        <pc:spChg chg="mod">
          <ac:chgData name="Jeia Tirante" userId="0ae0bb53663ec93f" providerId="LiveId" clId="{2C13E364-AD2A-5BFE-9846-C9CD05C5822E}" dt="2025-12-29T07:22:45.021" v="83" actId="20577"/>
          <ac:spMkLst>
            <pc:docMk/>
            <pc:sldMk cId="2229610723" sldId="271"/>
            <ac:spMk id="11" creationId="{F6B1C40C-F6B4-470F-9E9B-0E96B88C2CE9}"/>
          </ac:spMkLst>
        </pc:spChg>
      </pc:sldChg>
      <pc:sldChg chg="modSp">
        <pc:chgData name="Jeia Tirante" userId="0ae0bb53663ec93f" providerId="LiveId" clId="{2C13E364-AD2A-5BFE-9846-C9CD05C5822E}" dt="2025-12-29T11:50:59.897" v="313" actId="20577"/>
        <pc:sldMkLst>
          <pc:docMk/>
          <pc:sldMk cId="1503102629" sldId="275"/>
        </pc:sldMkLst>
        <pc:graphicFrameChg chg="mod">
          <ac:chgData name="Jeia Tirante" userId="0ae0bb53663ec93f" providerId="LiveId" clId="{2C13E364-AD2A-5BFE-9846-C9CD05C5822E}" dt="2025-12-29T11:50:59.897" v="313" actId="20577"/>
          <ac:graphicFrameMkLst>
            <pc:docMk/>
            <pc:sldMk cId="1503102629" sldId="275"/>
            <ac:graphicFrameMk id="5" creationId="{90F214E6-70DC-3656-ED0E-2FD5F2D4AF22}"/>
          </ac:graphicFrameMkLst>
        </pc:graphicFrameChg>
      </pc:sldChg>
      <pc:sldChg chg="modSp mod">
        <pc:chgData name="Jeia Tirante" userId="0ae0bb53663ec93f" providerId="LiveId" clId="{2C13E364-AD2A-5BFE-9846-C9CD05C5822E}" dt="2025-12-29T07:26:50.702" v="203" actId="20577"/>
        <pc:sldMkLst>
          <pc:docMk/>
          <pc:sldMk cId="4154820799" sldId="2565"/>
        </pc:sldMkLst>
        <pc:spChg chg="mod">
          <ac:chgData name="Jeia Tirante" userId="0ae0bb53663ec93f" providerId="LiveId" clId="{2C13E364-AD2A-5BFE-9846-C9CD05C5822E}" dt="2025-12-29T07:26:50.702" v="203" actId="20577"/>
          <ac:spMkLst>
            <pc:docMk/>
            <pc:sldMk cId="4154820799" sldId="2565"/>
            <ac:spMk id="4" creationId="{BA19C1E4-BF8A-E15A-F749-58FF3E9130B0}"/>
          </ac:spMkLst>
        </pc:spChg>
      </pc:sldChg>
      <pc:sldChg chg="modSp">
        <pc:chgData name="Jeia Tirante" userId="0ae0bb53663ec93f" providerId="LiveId" clId="{2C13E364-AD2A-5BFE-9846-C9CD05C5822E}" dt="2025-12-29T08:34:00.268" v="305" actId="20577"/>
        <pc:sldMkLst>
          <pc:docMk/>
          <pc:sldMk cId="204558213" sldId="2566"/>
        </pc:sldMkLst>
        <pc:graphicFrameChg chg="mod">
          <ac:chgData name="Jeia Tirante" userId="0ae0bb53663ec93f" providerId="LiveId" clId="{2C13E364-AD2A-5BFE-9846-C9CD05C5822E}" dt="2025-12-29T08:34:00.268" v="305" actId="20577"/>
          <ac:graphicFrameMkLst>
            <pc:docMk/>
            <pc:sldMk cId="204558213" sldId="2566"/>
            <ac:graphicFrameMk id="4" creationId="{AA25ED2E-C29E-8ADA-D492-A882BB919ECA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C00A5D-DBD0-4EC0-B139-B81BDFD72C06}" type="doc">
      <dgm:prSet loTypeId="urn:microsoft.com/office/officeart/2005/8/layout/vList2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520E536-50CE-4A6C-B75A-A474A8E62DF9}">
      <dgm:prSet/>
      <dgm:spPr/>
      <dgm:t>
        <a:bodyPr/>
        <a:lstStyle/>
        <a:p>
          <a:r>
            <a:rPr lang="en-PH" dirty="0"/>
            <a:t>Banks face thousands of non-financial risk events yearly: system outages, fraud, compliance breaches, vendor failure.</a:t>
          </a:r>
          <a:endParaRPr lang="en-US" dirty="0"/>
        </a:p>
      </dgm:t>
    </dgm:pt>
    <dgm:pt modelId="{1A8D13F2-E877-433B-9338-075137D362C7}" type="parTrans" cxnId="{03991E8A-8F2C-4120-BD06-5A50462235EC}">
      <dgm:prSet/>
      <dgm:spPr/>
      <dgm:t>
        <a:bodyPr/>
        <a:lstStyle/>
        <a:p>
          <a:endParaRPr lang="en-US"/>
        </a:p>
      </dgm:t>
    </dgm:pt>
    <dgm:pt modelId="{EF429121-808A-48C8-9668-E9184D1EADF3}" type="sibTrans" cxnId="{03991E8A-8F2C-4120-BD06-5A50462235EC}">
      <dgm:prSet/>
      <dgm:spPr/>
      <dgm:t>
        <a:bodyPr/>
        <a:lstStyle/>
        <a:p>
          <a:endParaRPr lang="en-US"/>
        </a:p>
      </dgm:t>
    </dgm:pt>
    <dgm:pt modelId="{EBFBDD2D-22A1-4537-BB20-69363498BCC3}">
      <dgm:prSet/>
      <dgm:spPr/>
      <dgm:t>
        <a:bodyPr/>
        <a:lstStyle/>
        <a:p>
          <a:r>
            <a:rPr lang="en-PH" dirty="0"/>
            <a:t>This could lead to financial losses, customer impact, regulatory sanctions, reputational damage.</a:t>
          </a:r>
          <a:endParaRPr lang="en-US" dirty="0"/>
        </a:p>
      </dgm:t>
    </dgm:pt>
    <dgm:pt modelId="{5C7B3FE1-DA1F-4E92-93D6-44D0BD815C1D}" type="parTrans" cxnId="{B1C6BFB4-39B6-4464-97FE-7548D63BE426}">
      <dgm:prSet/>
      <dgm:spPr/>
      <dgm:t>
        <a:bodyPr/>
        <a:lstStyle/>
        <a:p>
          <a:endParaRPr lang="en-US"/>
        </a:p>
      </dgm:t>
    </dgm:pt>
    <dgm:pt modelId="{22243200-581A-4121-B2F4-6B3ED5F4AB2D}" type="sibTrans" cxnId="{B1C6BFB4-39B6-4464-97FE-7548D63BE426}">
      <dgm:prSet/>
      <dgm:spPr/>
      <dgm:t>
        <a:bodyPr/>
        <a:lstStyle/>
        <a:p>
          <a:endParaRPr lang="en-US"/>
        </a:p>
      </dgm:t>
    </dgm:pt>
    <dgm:pt modelId="{D3A7272D-3DBD-45EA-B6CA-6EEAF1291856}">
      <dgm:prSet/>
      <dgm:spPr/>
      <dgm:t>
        <a:bodyPr/>
        <a:lstStyle/>
        <a:p>
          <a:r>
            <a:rPr lang="en-PH"/>
            <a:t>Traditional tools are backward-looking and reactive.</a:t>
          </a:r>
          <a:endParaRPr lang="en-US"/>
        </a:p>
      </dgm:t>
    </dgm:pt>
    <dgm:pt modelId="{1A308727-BCAB-4C93-BBE9-DCF43248F328}" type="parTrans" cxnId="{6B7D8B60-D335-4DB4-B80B-C9F18193B23F}">
      <dgm:prSet/>
      <dgm:spPr/>
      <dgm:t>
        <a:bodyPr/>
        <a:lstStyle/>
        <a:p>
          <a:endParaRPr lang="en-US"/>
        </a:p>
      </dgm:t>
    </dgm:pt>
    <dgm:pt modelId="{86147DEA-2E0E-4680-8332-844EE8609504}" type="sibTrans" cxnId="{6B7D8B60-D335-4DB4-B80B-C9F18193B23F}">
      <dgm:prSet/>
      <dgm:spPr/>
      <dgm:t>
        <a:bodyPr/>
        <a:lstStyle/>
        <a:p>
          <a:endParaRPr lang="en-US"/>
        </a:p>
      </dgm:t>
    </dgm:pt>
    <dgm:pt modelId="{5D490907-0F47-41BA-B04C-218E3A4D07D7}">
      <dgm:prSet/>
      <dgm:spPr/>
      <dgm:t>
        <a:bodyPr/>
        <a:lstStyle/>
        <a:p>
          <a:r>
            <a:rPr lang="en-PH" dirty="0"/>
            <a:t>There is a need for proactive and predictive risk management to prevent losses and to have more effective resource allocation.</a:t>
          </a:r>
          <a:endParaRPr lang="en-US" dirty="0"/>
        </a:p>
      </dgm:t>
    </dgm:pt>
    <dgm:pt modelId="{28B81453-4829-4734-87BA-EECACD41FBBE}" type="parTrans" cxnId="{60482889-3C1D-4D97-AD1C-80E079A04702}">
      <dgm:prSet/>
      <dgm:spPr/>
      <dgm:t>
        <a:bodyPr/>
        <a:lstStyle/>
        <a:p>
          <a:endParaRPr lang="en-US"/>
        </a:p>
      </dgm:t>
    </dgm:pt>
    <dgm:pt modelId="{3A5AC1E8-5531-42F6-931D-08C3E2B76DC7}" type="sibTrans" cxnId="{60482889-3C1D-4D97-AD1C-80E079A04702}">
      <dgm:prSet/>
      <dgm:spPr/>
      <dgm:t>
        <a:bodyPr/>
        <a:lstStyle/>
        <a:p>
          <a:endParaRPr lang="en-US"/>
        </a:p>
      </dgm:t>
    </dgm:pt>
    <dgm:pt modelId="{DBFFC11B-3AB4-3E4F-AF72-D37A80D8B217}" type="pres">
      <dgm:prSet presAssocID="{61C00A5D-DBD0-4EC0-B139-B81BDFD72C06}" presName="linear" presStyleCnt="0">
        <dgm:presLayoutVars>
          <dgm:animLvl val="lvl"/>
          <dgm:resizeHandles val="exact"/>
        </dgm:presLayoutVars>
      </dgm:prSet>
      <dgm:spPr/>
    </dgm:pt>
    <dgm:pt modelId="{58164056-CBB0-344E-9570-FDFE5CCB017E}" type="pres">
      <dgm:prSet presAssocID="{0520E536-50CE-4A6C-B75A-A474A8E62DF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350C076-C90E-E64E-9FC4-8A2482659509}" type="pres">
      <dgm:prSet presAssocID="{EF429121-808A-48C8-9668-E9184D1EADF3}" presName="spacer" presStyleCnt="0"/>
      <dgm:spPr/>
    </dgm:pt>
    <dgm:pt modelId="{455C0A44-4784-A849-91A1-89BC1B5369D9}" type="pres">
      <dgm:prSet presAssocID="{EBFBDD2D-22A1-4537-BB20-69363498BCC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49AAA0F-75A7-0840-95CC-789B682FF5AD}" type="pres">
      <dgm:prSet presAssocID="{22243200-581A-4121-B2F4-6B3ED5F4AB2D}" presName="spacer" presStyleCnt="0"/>
      <dgm:spPr/>
    </dgm:pt>
    <dgm:pt modelId="{ED953422-0284-534C-8D4B-A1465F022F71}" type="pres">
      <dgm:prSet presAssocID="{D3A7272D-3DBD-45EA-B6CA-6EEAF129185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64E70E0-528A-A944-A195-E95D34D07FD5}" type="pres">
      <dgm:prSet presAssocID="{86147DEA-2E0E-4680-8332-844EE8609504}" presName="spacer" presStyleCnt="0"/>
      <dgm:spPr/>
    </dgm:pt>
    <dgm:pt modelId="{FACD96BC-E628-1949-8584-A6DF572D8495}" type="pres">
      <dgm:prSet presAssocID="{5D490907-0F47-41BA-B04C-218E3A4D07D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B855D0D-C2C6-FA4F-BAF3-EDA7C34E327F}" type="presOf" srcId="{5D490907-0F47-41BA-B04C-218E3A4D07D7}" destId="{FACD96BC-E628-1949-8584-A6DF572D8495}" srcOrd="0" destOrd="0" presId="urn:microsoft.com/office/officeart/2005/8/layout/vList2"/>
    <dgm:cxn modelId="{F7C14730-2C04-9F40-8643-36BB5F6E4B17}" type="presOf" srcId="{0520E536-50CE-4A6C-B75A-A474A8E62DF9}" destId="{58164056-CBB0-344E-9570-FDFE5CCB017E}" srcOrd="0" destOrd="0" presId="urn:microsoft.com/office/officeart/2005/8/layout/vList2"/>
    <dgm:cxn modelId="{6B7D8B60-D335-4DB4-B80B-C9F18193B23F}" srcId="{61C00A5D-DBD0-4EC0-B139-B81BDFD72C06}" destId="{D3A7272D-3DBD-45EA-B6CA-6EEAF1291856}" srcOrd="2" destOrd="0" parTransId="{1A308727-BCAB-4C93-BBE9-DCF43248F328}" sibTransId="{86147DEA-2E0E-4680-8332-844EE8609504}"/>
    <dgm:cxn modelId="{EBC6AD84-FA29-494C-8206-82F635FF6760}" type="presOf" srcId="{61C00A5D-DBD0-4EC0-B139-B81BDFD72C06}" destId="{DBFFC11B-3AB4-3E4F-AF72-D37A80D8B217}" srcOrd="0" destOrd="0" presId="urn:microsoft.com/office/officeart/2005/8/layout/vList2"/>
    <dgm:cxn modelId="{60482889-3C1D-4D97-AD1C-80E079A04702}" srcId="{61C00A5D-DBD0-4EC0-B139-B81BDFD72C06}" destId="{5D490907-0F47-41BA-B04C-218E3A4D07D7}" srcOrd="3" destOrd="0" parTransId="{28B81453-4829-4734-87BA-EECACD41FBBE}" sibTransId="{3A5AC1E8-5531-42F6-931D-08C3E2B76DC7}"/>
    <dgm:cxn modelId="{03991E8A-8F2C-4120-BD06-5A50462235EC}" srcId="{61C00A5D-DBD0-4EC0-B139-B81BDFD72C06}" destId="{0520E536-50CE-4A6C-B75A-A474A8E62DF9}" srcOrd="0" destOrd="0" parTransId="{1A8D13F2-E877-433B-9338-075137D362C7}" sibTransId="{EF429121-808A-48C8-9668-E9184D1EADF3}"/>
    <dgm:cxn modelId="{B1C6BFB4-39B6-4464-97FE-7548D63BE426}" srcId="{61C00A5D-DBD0-4EC0-B139-B81BDFD72C06}" destId="{EBFBDD2D-22A1-4537-BB20-69363498BCC3}" srcOrd="1" destOrd="0" parTransId="{5C7B3FE1-DA1F-4E92-93D6-44D0BD815C1D}" sibTransId="{22243200-581A-4121-B2F4-6B3ED5F4AB2D}"/>
    <dgm:cxn modelId="{07BBF3DD-CB93-0B4A-8D36-7AF3EB0369B5}" type="presOf" srcId="{D3A7272D-3DBD-45EA-B6CA-6EEAF1291856}" destId="{ED953422-0284-534C-8D4B-A1465F022F71}" srcOrd="0" destOrd="0" presId="urn:microsoft.com/office/officeart/2005/8/layout/vList2"/>
    <dgm:cxn modelId="{125FDAF4-FF60-0440-8CB3-63139315A2F0}" type="presOf" srcId="{EBFBDD2D-22A1-4537-BB20-69363498BCC3}" destId="{455C0A44-4784-A849-91A1-89BC1B5369D9}" srcOrd="0" destOrd="0" presId="urn:microsoft.com/office/officeart/2005/8/layout/vList2"/>
    <dgm:cxn modelId="{239145C1-C46A-B74A-BA1B-434B21D1ECE4}" type="presParOf" srcId="{DBFFC11B-3AB4-3E4F-AF72-D37A80D8B217}" destId="{58164056-CBB0-344E-9570-FDFE5CCB017E}" srcOrd="0" destOrd="0" presId="urn:microsoft.com/office/officeart/2005/8/layout/vList2"/>
    <dgm:cxn modelId="{3FE05B32-B678-2547-BA9D-9158706BD85B}" type="presParOf" srcId="{DBFFC11B-3AB4-3E4F-AF72-D37A80D8B217}" destId="{0350C076-C90E-E64E-9FC4-8A2482659509}" srcOrd="1" destOrd="0" presId="urn:microsoft.com/office/officeart/2005/8/layout/vList2"/>
    <dgm:cxn modelId="{08637388-5116-184C-9622-18543FEFB087}" type="presParOf" srcId="{DBFFC11B-3AB4-3E4F-AF72-D37A80D8B217}" destId="{455C0A44-4784-A849-91A1-89BC1B5369D9}" srcOrd="2" destOrd="0" presId="urn:microsoft.com/office/officeart/2005/8/layout/vList2"/>
    <dgm:cxn modelId="{17DA384A-CA9A-304D-93BE-668A6D6CD4F2}" type="presParOf" srcId="{DBFFC11B-3AB4-3E4F-AF72-D37A80D8B217}" destId="{849AAA0F-75A7-0840-95CC-789B682FF5AD}" srcOrd="3" destOrd="0" presId="urn:microsoft.com/office/officeart/2005/8/layout/vList2"/>
    <dgm:cxn modelId="{BE349D9A-6BAD-5946-AB66-222C33C1D122}" type="presParOf" srcId="{DBFFC11B-3AB4-3E4F-AF72-D37A80D8B217}" destId="{ED953422-0284-534C-8D4B-A1465F022F71}" srcOrd="4" destOrd="0" presId="urn:microsoft.com/office/officeart/2005/8/layout/vList2"/>
    <dgm:cxn modelId="{A3CF4FFC-7EA6-6A42-ABEA-B8DAF396B799}" type="presParOf" srcId="{DBFFC11B-3AB4-3E4F-AF72-D37A80D8B217}" destId="{864E70E0-528A-A944-A195-E95D34D07FD5}" srcOrd="5" destOrd="0" presId="urn:microsoft.com/office/officeart/2005/8/layout/vList2"/>
    <dgm:cxn modelId="{6CA45519-C09B-B04A-9874-8BB39B3B52BF}" type="presParOf" srcId="{DBFFC11B-3AB4-3E4F-AF72-D37A80D8B217}" destId="{FACD96BC-E628-1949-8584-A6DF572D84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C00A5D-DBD0-4EC0-B139-B81BDFD72C06}" type="doc">
      <dgm:prSet loTypeId="urn:microsoft.com/office/officeart/2005/8/layout/vList4" loCatId="process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520E536-50CE-4A6C-B75A-A474A8E62DF9}">
      <dgm:prSet custT="1"/>
      <dgm:spPr/>
      <dgm:t>
        <a:bodyPr/>
        <a:lstStyle/>
        <a:p>
          <a:r>
            <a:rPr lang="en-PH" sz="1700" dirty="0"/>
            <a:t>Predict whether NFR event will occur in the next 30 days.</a:t>
          </a:r>
          <a:endParaRPr lang="en-US" sz="1700" dirty="0"/>
        </a:p>
      </dgm:t>
    </dgm:pt>
    <dgm:pt modelId="{1A8D13F2-E877-433B-9338-075137D362C7}" type="parTrans" cxnId="{03991E8A-8F2C-4120-BD06-5A50462235EC}">
      <dgm:prSet/>
      <dgm:spPr/>
      <dgm:t>
        <a:bodyPr/>
        <a:lstStyle/>
        <a:p>
          <a:endParaRPr lang="en-US" sz="1700"/>
        </a:p>
      </dgm:t>
    </dgm:pt>
    <dgm:pt modelId="{EF429121-808A-48C8-9668-E9184D1EADF3}" type="sibTrans" cxnId="{03991E8A-8F2C-4120-BD06-5A50462235EC}">
      <dgm:prSet/>
      <dgm:spPr/>
      <dgm:t>
        <a:bodyPr/>
        <a:lstStyle/>
        <a:p>
          <a:endParaRPr lang="en-US" sz="1700"/>
        </a:p>
      </dgm:t>
    </dgm:pt>
    <dgm:pt modelId="{EBFBDD2D-22A1-4537-BB20-69363498BCC3}">
      <dgm:prSet custT="1"/>
      <dgm:spPr/>
      <dgm:t>
        <a:bodyPr/>
        <a:lstStyle/>
        <a:p>
          <a:r>
            <a:rPr lang="en-PH" sz="1700" dirty="0"/>
            <a:t>Estimate the potential severity loss of these events.</a:t>
          </a:r>
          <a:endParaRPr lang="en-US" sz="1700" dirty="0"/>
        </a:p>
      </dgm:t>
    </dgm:pt>
    <dgm:pt modelId="{5C7B3FE1-DA1F-4E92-93D6-44D0BD815C1D}" type="parTrans" cxnId="{B1C6BFB4-39B6-4464-97FE-7548D63BE426}">
      <dgm:prSet/>
      <dgm:spPr/>
      <dgm:t>
        <a:bodyPr/>
        <a:lstStyle/>
        <a:p>
          <a:endParaRPr lang="en-US" sz="1700"/>
        </a:p>
      </dgm:t>
    </dgm:pt>
    <dgm:pt modelId="{22243200-581A-4121-B2F4-6B3ED5F4AB2D}" type="sibTrans" cxnId="{B1C6BFB4-39B6-4464-97FE-7548D63BE426}">
      <dgm:prSet/>
      <dgm:spPr/>
      <dgm:t>
        <a:bodyPr/>
        <a:lstStyle/>
        <a:p>
          <a:endParaRPr lang="en-US" sz="1700"/>
        </a:p>
      </dgm:t>
    </dgm:pt>
    <dgm:pt modelId="{D3A7272D-3DBD-45EA-B6CA-6EEAF1291856}">
      <dgm:prSet custT="1"/>
      <dgm:spPr/>
      <dgm:t>
        <a:bodyPr/>
        <a:lstStyle/>
        <a:p>
          <a:r>
            <a:rPr lang="en-US" sz="1700" dirty="0"/>
            <a:t>Prioritize mitigation and effective control design and implementation</a:t>
          </a:r>
        </a:p>
      </dgm:t>
    </dgm:pt>
    <dgm:pt modelId="{1A308727-BCAB-4C93-BBE9-DCF43248F328}" type="parTrans" cxnId="{6B7D8B60-D335-4DB4-B80B-C9F18193B23F}">
      <dgm:prSet/>
      <dgm:spPr/>
      <dgm:t>
        <a:bodyPr/>
        <a:lstStyle/>
        <a:p>
          <a:endParaRPr lang="en-US" sz="1700"/>
        </a:p>
      </dgm:t>
    </dgm:pt>
    <dgm:pt modelId="{86147DEA-2E0E-4680-8332-844EE8609504}" type="sibTrans" cxnId="{6B7D8B60-D335-4DB4-B80B-C9F18193B23F}">
      <dgm:prSet/>
      <dgm:spPr/>
      <dgm:t>
        <a:bodyPr/>
        <a:lstStyle/>
        <a:p>
          <a:endParaRPr lang="en-US" sz="1700"/>
        </a:p>
      </dgm:t>
    </dgm:pt>
    <dgm:pt modelId="{5D490907-0F47-41BA-B04C-218E3A4D07D7}">
      <dgm:prSet custT="1"/>
      <dgm:spPr/>
      <dgm:t>
        <a:bodyPr/>
        <a:lstStyle/>
        <a:p>
          <a:r>
            <a:rPr lang="en-PH" sz="1700" dirty="0"/>
            <a:t>Explainable. Ethical. Responsible. Auditable. </a:t>
          </a:r>
          <a:endParaRPr lang="en-US" sz="1700" dirty="0"/>
        </a:p>
      </dgm:t>
    </dgm:pt>
    <dgm:pt modelId="{28B81453-4829-4734-87BA-EECACD41FBBE}" type="parTrans" cxnId="{60482889-3C1D-4D97-AD1C-80E079A04702}">
      <dgm:prSet/>
      <dgm:spPr/>
      <dgm:t>
        <a:bodyPr/>
        <a:lstStyle/>
        <a:p>
          <a:endParaRPr lang="en-US" sz="1700"/>
        </a:p>
      </dgm:t>
    </dgm:pt>
    <dgm:pt modelId="{3A5AC1E8-5531-42F6-931D-08C3E2B76DC7}" type="sibTrans" cxnId="{60482889-3C1D-4D97-AD1C-80E079A04702}">
      <dgm:prSet/>
      <dgm:spPr/>
      <dgm:t>
        <a:bodyPr/>
        <a:lstStyle/>
        <a:p>
          <a:endParaRPr lang="en-US" sz="1700"/>
        </a:p>
      </dgm:t>
    </dgm:pt>
    <dgm:pt modelId="{A5E78F8A-8432-5541-A8A0-6F6C7465086C}" type="pres">
      <dgm:prSet presAssocID="{61C00A5D-DBD0-4EC0-B139-B81BDFD72C06}" presName="linear" presStyleCnt="0">
        <dgm:presLayoutVars>
          <dgm:dir/>
          <dgm:resizeHandles val="exact"/>
        </dgm:presLayoutVars>
      </dgm:prSet>
      <dgm:spPr/>
    </dgm:pt>
    <dgm:pt modelId="{71E2A8EF-8923-7A4C-9B63-7E835C4DE5DD}" type="pres">
      <dgm:prSet presAssocID="{0520E536-50CE-4A6C-B75A-A474A8E62DF9}" presName="comp" presStyleCnt="0"/>
      <dgm:spPr/>
    </dgm:pt>
    <dgm:pt modelId="{1D0588EA-8C04-5148-A6CF-C27FD77D7A1E}" type="pres">
      <dgm:prSet presAssocID="{0520E536-50CE-4A6C-B75A-A474A8E62DF9}" presName="box" presStyleLbl="node1" presStyleIdx="0" presStyleCnt="4"/>
      <dgm:spPr/>
    </dgm:pt>
    <dgm:pt modelId="{981A6F36-DC82-4A48-8665-B0F3097E3A3B}" type="pres">
      <dgm:prSet presAssocID="{0520E536-50CE-4A6C-B75A-A474A8E62DF9}" presName="img" presStyleLbl="fgImgPlac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4000" b="-14000"/>
          </a:stretch>
        </a:blipFill>
      </dgm:spPr>
      <dgm:extLst>
        <a:ext uri="{E40237B7-FDA0-4F09-8148-C483321AD2D9}">
          <dgm14:cNvPr xmlns:dgm14="http://schemas.microsoft.com/office/drawing/2010/diagram" id="0" name="" descr="High voltage with solid fill"/>
        </a:ext>
      </dgm:extLst>
    </dgm:pt>
    <dgm:pt modelId="{A9F21B90-6BF5-2947-821B-8759D70C528E}" type="pres">
      <dgm:prSet presAssocID="{0520E536-50CE-4A6C-B75A-A474A8E62DF9}" presName="text" presStyleLbl="node1" presStyleIdx="0" presStyleCnt="4">
        <dgm:presLayoutVars>
          <dgm:bulletEnabled val="1"/>
        </dgm:presLayoutVars>
      </dgm:prSet>
      <dgm:spPr/>
    </dgm:pt>
    <dgm:pt modelId="{DB83D67D-10C6-6343-8992-1674FD77601E}" type="pres">
      <dgm:prSet presAssocID="{EF429121-808A-48C8-9668-E9184D1EADF3}" presName="spacer" presStyleCnt="0"/>
      <dgm:spPr/>
    </dgm:pt>
    <dgm:pt modelId="{A5A04790-132E-2E44-A2AC-3AB2DAEEA7F0}" type="pres">
      <dgm:prSet presAssocID="{EBFBDD2D-22A1-4537-BB20-69363498BCC3}" presName="comp" presStyleCnt="0"/>
      <dgm:spPr/>
    </dgm:pt>
    <dgm:pt modelId="{CD4924E3-FB86-084F-8269-BC1771713616}" type="pres">
      <dgm:prSet presAssocID="{EBFBDD2D-22A1-4537-BB20-69363498BCC3}" presName="box" presStyleLbl="node1" presStyleIdx="1" presStyleCnt="4"/>
      <dgm:spPr/>
    </dgm:pt>
    <dgm:pt modelId="{ABD00928-A778-CA43-8A8C-ED1D249DF815}" type="pres">
      <dgm:prSet presAssocID="{EBFBDD2D-22A1-4537-BB20-69363498BCC3}" presName="img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4000" b="-14000"/>
          </a:stretch>
        </a:blipFill>
      </dgm:spPr>
      <dgm:extLst>
        <a:ext uri="{E40237B7-FDA0-4F09-8148-C483321AD2D9}">
          <dgm14:cNvPr xmlns:dgm14="http://schemas.microsoft.com/office/drawing/2010/diagram" id="0" name="" descr="Dollar outline"/>
        </a:ext>
      </dgm:extLst>
    </dgm:pt>
    <dgm:pt modelId="{0F2A705D-188F-7447-959B-CA64D75FCE04}" type="pres">
      <dgm:prSet presAssocID="{EBFBDD2D-22A1-4537-BB20-69363498BCC3}" presName="text" presStyleLbl="node1" presStyleIdx="1" presStyleCnt="4">
        <dgm:presLayoutVars>
          <dgm:bulletEnabled val="1"/>
        </dgm:presLayoutVars>
      </dgm:prSet>
      <dgm:spPr/>
    </dgm:pt>
    <dgm:pt modelId="{C2570737-9D9B-5443-AF5E-31968EB8E24C}" type="pres">
      <dgm:prSet presAssocID="{22243200-581A-4121-B2F4-6B3ED5F4AB2D}" presName="spacer" presStyleCnt="0"/>
      <dgm:spPr/>
    </dgm:pt>
    <dgm:pt modelId="{5619A1B9-3C58-8645-8362-F93BC1F23454}" type="pres">
      <dgm:prSet presAssocID="{D3A7272D-3DBD-45EA-B6CA-6EEAF1291856}" presName="comp" presStyleCnt="0"/>
      <dgm:spPr/>
    </dgm:pt>
    <dgm:pt modelId="{39883E24-F90D-2C4E-8930-EF0DA393A136}" type="pres">
      <dgm:prSet presAssocID="{D3A7272D-3DBD-45EA-B6CA-6EEAF1291856}" presName="box" presStyleLbl="node1" presStyleIdx="2" presStyleCnt="4"/>
      <dgm:spPr/>
    </dgm:pt>
    <dgm:pt modelId="{E647983D-CEB9-9A4C-A014-33528DC9E3C7}" type="pres">
      <dgm:prSet presAssocID="{D3A7272D-3DBD-45EA-B6CA-6EEAF1291856}" presName="img" presStyleLbl="fgImgPlac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4000" b="-14000"/>
          </a:stretch>
        </a:blipFill>
      </dgm:spPr>
      <dgm:extLst>
        <a:ext uri="{E40237B7-FDA0-4F09-8148-C483321AD2D9}">
          <dgm14:cNvPr xmlns:dgm14="http://schemas.microsoft.com/office/drawing/2010/diagram" id="0" name="" descr="Traffic light with solid fill"/>
        </a:ext>
      </dgm:extLst>
    </dgm:pt>
    <dgm:pt modelId="{D9D4BCC8-A35D-8546-B978-7EC9A4FD4D12}" type="pres">
      <dgm:prSet presAssocID="{D3A7272D-3DBD-45EA-B6CA-6EEAF1291856}" presName="text" presStyleLbl="node1" presStyleIdx="2" presStyleCnt="4">
        <dgm:presLayoutVars>
          <dgm:bulletEnabled val="1"/>
        </dgm:presLayoutVars>
      </dgm:prSet>
      <dgm:spPr/>
    </dgm:pt>
    <dgm:pt modelId="{11E7ABD8-7592-8B4C-81DC-3EED711AAB6B}" type="pres">
      <dgm:prSet presAssocID="{86147DEA-2E0E-4680-8332-844EE8609504}" presName="spacer" presStyleCnt="0"/>
      <dgm:spPr/>
    </dgm:pt>
    <dgm:pt modelId="{73893B25-4E3F-284D-9621-19D9EB5FA0D0}" type="pres">
      <dgm:prSet presAssocID="{5D490907-0F47-41BA-B04C-218E3A4D07D7}" presName="comp" presStyleCnt="0"/>
      <dgm:spPr/>
    </dgm:pt>
    <dgm:pt modelId="{07F1ECCB-2CED-134D-B151-20D76474CFFC}" type="pres">
      <dgm:prSet presAssocID="{5D490907-0F47-41BA-B04C-218E3A4D07D7}" presName="box" presStyleLbl="node1" presStyleIdx="3" presStyleCnt="4"/>
      <dgm:spPr/>
    </dgm:pt>
    <dgm:pt modelId="{F77A55EA-62AB-8841-8137-EDF364BE1AB5}" type="pres">
      <dgm:prSet presAssocID="{5D490907-0F47-41BA-B04C-218E3A4D07D7}" presName="img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t="-14000" b="-14000"/>
          </a:stretch>
        </a:blipFill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63D8299A-A154-E34E-8B81-5211520907AA}" type="pres">
      <dgm:prSet presAssocID="{5D490907-0F47-41BA-B04C-218E3A4D07D7}" presName="text" presStyleLbl="node1" presStyleIdx="3" presStyleCnt="4">
        <dgm:presLayoutVars>
          <dgm:bulletEnabled val="1"/>
        </dgm:presLayoutVars>
      </dgm:prSet>
      <dgm:spPr/>
    </dgm:pt>
  </dgm:ptLst>
  <dgm:cxnLst>
    <dgm:cxn modelId="{983D6E12-7713-DE4D-B4E1-0621029E9025}" type="presOf" srcId="{D3A7272D-3DBD-45EA-B6CA-6EEAF1291856}" destId="{D9D4BCC8-A35D-8546-B978-7EC9A4FD4D12}" srcOrd="1" destOrd="0" presId="urn:microsoft.com/office/officeart/2005/8/layout/vList4"/>
    <dgm:cxn modelId="{C4720034-0D2A-AC4B-B814-B87E37561FBF}" type="presOf" srcId="{5D490907-0F47-41BA-B04C-218E3A4D07D7}" destId="{07F1ECCB-2CED-134D-B151-20D76474CFFC}" srcOrd="0" destOrd="0" presId="urn:microsoft.com/office/officeart/2005/8/layout/vList4"/>
    <dgm:cxn modelId="{6B7D8B60-D335-4DB4-B80B-C9F18193B23F}" srcId="{61C00A5D-DBD0-4EC0-B139-B81BDFD72C06}" destId="{D3A7272D-3DBD-45EA-B6CA-6EEAF1291856}" srcOrd="2" destOrd="0" parTransId="{1A308727-BCAB-4C93-BBE9-DCF43248F328}" sibTransId="{86147DEA-2E0E-4680-8332-844EE8609504}"/>
    <dgm:cxn modelId="{3BBCFF6F-0A99-5546-B55F-8014181FCB39}" type="presOf" srcId="{EBFBDD2D-22A1-4537-BB20-69363498BCC3}" destId="{0F2A705D-188F-7447-959B-CA64D75FCE04}" srcOrd="1" destOrd="0" presId="urn:microsoft.com/office/officeart/2005/8/layout/vList4"/>
    <dgm:cxn modelId="{2AB5C17D-BD1D-1F46-BA97-3C4B4A9484DE}" type="presOf" srcId="{61C00A5D-DBD0-4EC0-B139-B81BDFD72C06}" destId="{A5E78F8A-8432-5541-A8A0-6F6C7465086C}" srcOrd="0" destOrd="0" presId="urn:microsoft.com/office/officeart/2005/8/layout/vList4"/>
    <dgm:cxn modelId="{1D63D686-B061-5C4A-8519-7B2605E061BF}" type="presOf" srcId="{0520E536-50CE-4A6C-B75A-A474A8E62DF9}" destId="{1D0588EA-8C04-5148-A6CF-C27FD77D7A1E}" srcOrd="0" destOrd="0" presId="urn:microsoft.com/office/officeart/2005/8/layout/vList4"/>
    <dgm:cxn modelId="{60482889-3C1D-4D97-AD1C-80E079A04702}" srcId="{61C00A5D-DBD0-4EC0-B139-B81BDFD72C06}" destId="{5D490907-0F47-41BA-B04C-218E3A4D07D7}" srcOrd="3" destOrd="0" parTransId="{28B81453-4829-4734-87BA-EECACD41FBBE}" sibTransId="{3A5AC1E8-5531-42F6-931D-08C3E2B76DC7}"/>
    <dgm:cxn modelId="{03991E8A-8F2C-4120-BD06-5A50462235EC}" srcId="{61C00A5D-DBD0-4EC0-B139-B81BDFD72C06}" destId="{0520E536-50CE-4A6C-B75A-A474A8E62DF9}" srcOrd="0" destOrd="0" parTransId="{1A8D13F2-E877-433B-9338-075137D362C7}" sibTransId="{EF429121-808A-48C8-9668-E9184D1EADF3}"/>
    <dgm:cxn modelId="{96E6F290-B8A0-8043-A26F-70E05133CB59}" type="presOf" srcId="{5D490907-0F47-41BA-B04C-218E3A4D07D7}" destId="{63D8299A-A154-E34E-8B81-5211520907AA}" srcOrd="1" destOrd="0" presId="urn:microsoft.com/office/officeart/2005/8/layout/vList4"/>
    <dgm:cxn modelId="{B1C6BFB4-39B6-4464-97FE-7548D63BE426}" srcId="{61C00A5D-DBD0-4EC0-B139-B81BDFD72C06}" destId="{EBFBDD2D-22A1-4537-BB20-69363498BCC3}" srcOrd="1" destOrd="0" parTransId="{5C7B3FE1-DA1F-4E92-93D6-44D0BD815C1D}" sibTransId="{22243200-581A-4121-B2F4-6B3ED5F4AB2D}"/>
    <dgm:cxn modelId="{BC07B5D8-61C8-3C4B-AF9B-66DE559F6451}" type="presOf" srcId="{D3A7272D-3DBD-45EA-B6CA-6EEAF1291856}" destId="{39883E24-F90D-2C4E-8930-EF0DA393A136}" srcOrd="0" destOrd="0" presId="urn:microsoft.com/office/officeart/2005/8/layout/vList4"/>
    <dgm:cxn modelId="{85C018DA-69B1-2F43-9FB5-F4ABB2DBD819}" type="presOf" srcId="{EBFBDD2D-22A1-4537-BB20-69363498BCC3}" destId="{CD4924E3-FB86-084F-8269-BC1771713616}" srcOrd="0" destOrd="0" presId="urn:microsoft.com/office/officeart/2005/8/layout/vList4"/>
    <dgm:cxn modelId="{FA7DF8EC-06B5-1A43-BDA0-DE50056368C9}" type="presOf" srcId="{0520E536-50CE-4A6C-B75A-A474A8E62DF9}" destId="{A9F21B90-6BF5-2947-821B-8759D70C528E}" srcOrd="1" destOrd="0" presId="urn:microsoft.com/office/officeart/2005/8/layout/vList4"/>
    <dgm:cxn modelId="{959036B8-26A9-B548-BBF2-17D1E97DC172}" type="presParOf" srcId="{A5E78F8A-8432-5541-A8A0-6F6C7465086C}" destId="{71E2A8EF-8923-7A4C-9B63-7E835C4DE5DD}" srcOrd="0" destOrd="0" presId="urn:microsoft.com/office/officeart/2005/8/layout/vList4"/>
    <dgm:cxn modelId="{E72F7B2C-062F-944B-9FF4-89D037F7EA37}" type="presParOf" srcId="{71E2A8EF-8923-7A4C-9B63-7E835C4DE5DD}" destId="{1D0588EA-8C04-5148-A6CF-C27FD77D7A1E}" srcOrd="0" destOrd="0" presId="urn:microsoft.com/office/officeart/2005/8/layout/vList4"/>
    <dgm:cxn modelId="{105C3F34-32D6-7B41-B612-BFD784BCDD42}" type="presParOf" srcId="{71E2A8EF-8923-7A4C-9B63-7E835C4DE5DD}" destId="{981A6F36-DC82-4A48-8665-B0F3097E3A3B}" srcOrd="1" destOrd="0" presId="urn:microsoft.com/office/officeart/2005/8/layout/vList4"/>
    <dgm:cxn modelId="{B9E7DE2D-4C5B-3E4B-86C0-0D8D053F2C58}" type="presParOf" srcId="{71E2A8EF-8923-7A4C-9B63-7E835C4DE5DD}" destId="{A9F21B90-6BF5-2947-821B-8759D70C528E}" srcOrd="2" destOrd="0" presId="urn:microsoft.com/office/officeart/2005/8/layout/vList4"/>
    <dgm:cxn modelId="{BDEBBDAC-AE23-5F40-8C0A-6E8E65918E1D}" type="presParOf" srcId="{A5E78F8A-8432-5541-A8A0-6F6C7465086C}" destId="{DB83D67D-10C6-6343-8992-1674FD77601E}" srcOrd="1" destOrd="0" presId="urn:microsoft.com/office/officeart/2005/8/layout/vList4"/>
    <dgm:cxn modelId="{D959F31C-4A72-7F4A-8157-6A36BBB652B5}" type="presParOf" srcId="{A5E78F8A-8432-5541-A8A0-6F6C7465086C}" destId="{A5A04790-132E-2E44-A2AC-3AB2DAEEA7F0}" srcOrd="2" destOrd="0" presId="urn:microsoft.com/office/officeart/2005/8/layout/vList4"/>
    <dgm:cxn modelId="{D7604B99-4E13-FE41-AD6F-FA8F663F13B1}" type="presParOf" srcId="{A5A04790-132E-2E44-A2AC-3AB2DAEEA7F0}" destId="{CD4924E3-FB86-084F-8269-BC1771713616}" srcOrd="0" destOrd="0" presId="urn:microsoft.com/office/officeart/2005/8/layout/vList4"/>
    <dgm:cxn modelId="{DB225C02-34AD-0A45-8B0A-7CE4A5502D35}" type="presParOf" srcId="{A5A04790-132E-2E44-A2AC-3AB2DAEEA7F0}" destId="{ABD00928-A778-CA43-8A8C-ED1D249DF815}" srcOrd="1" destOrd="0" presId="urn:microsoft.com/office/officeart/2005/8/layout/vList4"/>
    <dgm:cxn modelId="{4DFA406E-5FB7-1843-A28F-CD68487ABC45}" type="presParOf" srcId="{A5A04790-132E-2E44-A2AC-3AB2DAEEA7F0}" destId="{0F2A705D-188F-7447-959B-CA64D75FCE04}" srcOrd="2" destOrd="0" presId="urn:microsoft.com/office/officeart/2005/8/layout/vList4"/>
    <dgm:cxn modelId="{D1273CED-0A9D-0C43-B270-FC5521C169D1}" type="presParOf" srcId="{A5E78F8A-8432-5541-A8A0-6F6C7465086C}" destId="{C2570737-9D9B-5443-AF5E-31968EB8E24C}" srcOrd="3" destOrd="0" presId="urn:microsoft.com/office/officeart/2005/8/layout/vList4"/>
    <dgm:cxn modelId="{A5384481-ECFE-334A-8095-1145D3397685}" type="presParOf" srcId="{A5E78F8A-8432-5541-A8A0-6F6C7465086C}" destId="{5619A1B9-3C58-8645-8362-F93BC1F23454}" srcOrd="4" destOrd="0" presId="urn:microsoft.com/office/officeart/2005/8/layout/vList4"/>
    <dgm:cxn modelId="{6BECCFBB-26A8-7041-9D8C-913FC320D73B}" type="presParOf" srcId="{5619A1B9-3C58-8645-8362-F93BC1F23454}" destId="{39883E24-F90D-2C4E-8930-EF0DA393A136}" srcOrd="0" destOrd="0" presId="urn:microsoft.com/office/officeart/2005/8/layout/vList4"/>
    <dgm:cxn modelId="{6052684F-A8E9-2A4B-AD10-659298264CD1}" type="presParOf" srcId="{5619A1B9-3C58-8645-8362-F93BC1F23454}" destId="{E647983D-CEB9-9A4C-A014-33528DC9E3C7}" srcOrd="1" destOrd="0" presId="urn:microsoft.com/office/officeart/2005/8/layout/vList4"/>
    <dgm:cxn modelId="{345F80EE-9F46-7643-96B1-F4D917DA1582}" type="presParOf" srcId="{5619A1B9-3C58-8645-8362-F93BC1F23454}" destId="{D9D4BCC8-A35D-8546-B978-7EC9A4FD4D12}" srcOrd="2" destOrd="0" presId="urn:microsoft.com/office/officeart/2005/8/layout/vList4"/>
    <dgm:cxn modelId="{2E139481-EF1B-3945-B219-E8C75790FA74}" type="presParOf" srcId="{A5E78F8A-8432-5541-A8A0-6F6C7465086C}" destId="{11E7ABD8-7592-8B4C-81DC-3EED711AAB6B}" srcOrd="5" destOrd="0" presId="urn:microsoft.com/office/officeart/2005/8/layout/vList4"/>
    <dgm:cxn modelId="{0A13F227-2CE0-8C47-BEE1-3B27F2F78C80}" type="presParOf" srcId="{A5E78F8A-8432-5541-A8A0-6F6C7465086C}" destId="{73893B25-4E3F-284D-9621-19D9EB5FA0D0}" srcOrd="6" destOrd="0" presId="urn:microsoft.com/office/officeart/2005/8/layout/vList4"/>
    <dgm:cxn modelId="{9CFE3A49-CE9B-EF4B-828B-3EF402E2BFDC}" type="presParOf" srcId="{73893B25-4E3F-284D-9621-19D9EB5FA0D0}" destId="{07F1ECCB-2CED-134D-B151-20D76474CFFC}" srcOrd="0" destOrd="0" presId="urn:microsoft.com/office/officeart/2005/8/layout/vList4"/>
    <dgm:cxn modelId="{8B5D5C84-9E11-DC4F-846D-CA454879B0A0}" type="presParOf" srcId="{73893B25-4E3F-284D-9621-19D9EB5FA0D0}" destId="{F77A55EA-62AB-8841-8137-EDF364BE1AB5}" srcOrd="1" destOrd="0" presId="urn:microsoft.com/office/officeart/2005/8/layout/vList4"/>
    <dgm:cxn modelId="{E563DB95-A260-3F41-AB98-B28F1C3B15EC}" type="presParOf" srcId="{73893B25-4E3F-284D-9621-19D9EB5FA0D0}" destId="{63D8299A-A154-E34E-8B81-5211520907AA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CA3E8B-6EAB-B24F-AB6A-4434201C8130}" type="doc">
      <dgm:prSet loTypeId="urn:microsoft.com/office/officeart/2005/8/layout/l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843CD3-B6AE-2B48-BE40-D13C4D627E80}">
      <dgm:prSet phldrT="[Text]"/>
      <dgm:spPr/>
      <dgm:t>
        <a:bodyPr/>
        <a:lstStyle/>
        <a:p>
          <a:r>
            <a:rPr lang="en-US" dirty="0"/>
            <a:t>Data Collection,  Preparation, EDA</a:t>
          </a:r>
        </a:p>
      </dgm:t>
    </dgm:pt>
    <dgm:pt modelId="{1EA8A0CF-5723-1E4A-9A72-9E9C381F4934}" type="parTrans" cxnId="{6B537364-AF2A-0D4C-8BF6-EDF3CF042947}">
      <dgm:prSet/>
      <dgm:spPr/>
      <dgm:t>
        <a:bodyPr/>
        <a:lstStyle/>
        <a:p>
          <a:endParaRPr lang="en-US"/>
        </a:p>
      </dgm:t>
    </dgm:pt>
    <dgm:pt modelId="{0CC3BD2E-6A28-5B43-8B26-DE9C5729163A}" type="sibTrans" cxnId="{6B537364-AF2A-0D4C-8BF6-EDF3CF042947}">
      <dgm:prSet/>
      <dgm:spPr/>
      <dgm:t>
        <a:bodyPr/>
        <a:lstStyle/>
        <a:p>
          <a:endParaRPr lang="en-US"/>
        </a:p>
      </dgm:t>
    </dgm:pt>
    <dgm:pt modelId="{ED7B059D-5B2F-DA49-A1BA-64023D99FCBC}">
      <dgm:prSet phldrT="[Text]"/>
      <dgm:spPr/>
      <dgm:t>
        <a:bodyPr/>
        <a:lstStyle/>
        <a:p>
          <a:r>
            <a:rPr lang="en-US"/>
            <a:t>Consistency checks</a:t>
          </a:r>
          <a:endParaRPr lang="en-US" dirty="0"/>
        </a:p>
      </dgm:t>
    </dgm:pt>
    <dgm:pt modelId="{01990887-B981-8B46-B478-88D9125BC21C}" type="parTrans" cxnId="{12D4B650-E911-FE41-924B-B1BDB9F2E519}">
      <dgm:prSet/>
      <dgm:spPr/>
      <dgm:t>
        <a:bodyPr/>
        <a:lstStyle/>
        <a:p>
          <a:endParaRPr lang="en-US"/>
        </a:p>
      </dgm:t>
    </dgm:pt>
    <dgm:pt modelId="{D75B9276-8A84-DD4F-9D0F-8C061096EDFA}" type="sibTrans" cxnId="{12D4B650-E911-FE41-924B-B1BDB9F2E519}">
      <dgm:prSet/>
      <dgm:spPr/>
      <dgm:t>
        <a:bodyPr/>
        <a:lstStyle/>
        <a:p>
          <a:endParaRPr lang="en-US"/>
        </a:p>
      </dgm:t>
    </dgm:pt>
    <dgm:pt modelId="{87D2A7E7-5E6A-E840-8F30-2E77FA2CFABD}">
      <dgm:prSet phldrT="[Text]"/>
      <dgm:spPr/>
      <dgm:t>
        <a:bodyPr/>
        <a:lstStyle/>
        <a:p>
          <a:r>
            <a:rPr lang="en-US" dirty="0"/>
            <a:t>Feature Engineering</a:t>
          </a:r>
        </a:p>
      </dgm:t>
    </dgm:pt>
    <dgm:pt modelId="{BB1999D1-33C7-FB40-8A6C-F00C7F874621}" type="parTrans" cxnId="{8AE886C3-D182-8E44-94D3-71BB1CA07E4B}">
      <dgm:prSet/>
      <dgm:spPr/>
      <dgm:t>
        <a:bodyPr/>
        <a:lstStyle/>
        <a:p>
          <a:endParaRPr lang="en-US"/>
        </a:p>
      </dgm:t>
    </dgm:pt>
    <dgm:pt modelId="{E6241CB3-2A13-A046-98AE-C2ED00C1EBE0}" type="sibTrans" cxnId="{8AE886C3-D182-8E44-94D3-71BB1CA07E4B}">
      <dgm:prSet/>
      <dgm:spPr/>
      <dgm:t>
        <a:bodyPr/>
        <a:lstStyle/>
        <a:p>
          <a:endParaRPr lang="en-US"/>
        </a:p>
      </dgm:t>
    </dgm:pt>
    <dgm:pt modelId="{74720898-E82C-614A-A071-37C0465EA916}">
      <dgm:prSet phldrT="[Text]"/>
      <dgm:spPr/>
      <dgm:t>
        <a:bodyPr/>
        <a:lstStyle/>
        <a:p>
          <a:r>
            <a:rPr lang="en-US" dirty="0"/>
            <a:t>Improve predictive performance</a:t>
          </a:r>
        </a:p>
      </dgm:t>
    </dgm:pt>
    <dgm:pt modelId="{8BA8C2F8-3DAC-5741-934D-4C0B23268A19}" type="parTrans" cxnId="{1447CDD9-F537-1648-A6C6-C446C3C3E071}">
      <dgm:prSet/>
      <dgm:spPr/>
      <dgm:t>
        <a:bodyPr/>
        <a:lstStyle/>
        <a:p>
          <a:endParaRPr lang="en-US"/>
        </a:p>
      </dgm:t>
    </dgm:pt>
    <dgm:pt modelId="{2103F62A-A21C-8841-AA0A-B46B0AE35788}" type="sibTrans" cxnId="{1447CDD9-F537-1648-A6C6-C446C3C3E071}">
      <dgm:prSet/>
      <dgm:spPr/>
      <dgm:t>
        <a:bodyPr/>
        <a:lstStyle/>
        <a:p>
          <a:endParaRPr lang="en-US"/>
        </a:p>
      </dgm:t>
    </dgm:pt>
    <dgm:pt modelId="{EF1EA4E6-BC15-5C4C-BE45-5E6C4F495EAB}">
      <dgm:prSet phldrT="[Text]"/>
      <dgm:spPr/>
      <dgm:t>
        <a:bodyPr/>
        <a:lstStyle/>
        <a:p>
          <a:r>
            <a:rPr lang="en-US" dirty="0"/>
            <a:t>Model Selection, Training and Evaluation</a:t>
          </a:r>
        </a:p>
      </dgm:t>
    </dgm:pt>
    <dgm:pt modelId="{55330218-07F7-AB43-998B-3D4C5F32FC1F}" type="parTrans" cxnId="{6BA8F53C-6577-804D-84F3-4B1E6306DD99}">
      <dgm:prSet/>
      <dgm:spPr/>
      <dgm:t>
        <a:bodyPr/>
        <a:lstStyle/>
        <a:p>
          <a:endParaRPr lang="en-US"/>
        </a:p>
      </dgm:t>
    </dgm:pt>
    <dgm:pt modelId="{EDC60DC0-3E0B-1A48-AF17-4AD4263356F1}" type="sibTrans" cxnId="{6BA8F53C-6577-804D-84F3-4B1E6306DD99}">
      <dgm:prSet/>
      <dgm:spPr/>
      <dgm:t>
        <a:bodyPr/>
        <a:lstStyle/>
        <a:p>
          <a:endParaRPr lang="en-US"/>
        </a:p>
      </dgm:t>
    </dgm:pt>
    <dgm:pt modelId="{0D1AD6C5-6ADD-944F-B6D5-D54CA366571D}">
      <dgm:prSet phldrT="[Text]"/>
      <dgm:spPr/>
      <dgm:t>
        <a:bodyPr/>
        <a:lstStyle/>
        <a:p>
          <a:r>
            <a:rPr lang="en-US" dirty="0"/>
            <a:t>Supervised learning</a:t>
          </a:r>
        </a:p>
      </dgm:t>
    </dgm:pt>
    <dgm:pt modelId="{ADD51A0A-1E78-EB49-8063-6C2F38649D16}" type="parTrans" cxnId="{14E23B86-5D14-1C41-9983-8FDAAE726C76}">
      <dgm:prSet/>
      <dgm:spPr/>
      <dgm:t>
        <a:bodyPr/>
        <a:lstStyle/>
        <a:p>
          <a:endParaRPr lang="en-US"/>
        </a:p>
      </dgm:t>
    </dgm:pt>
    <dgm:pt modelId="{D8E00422-42E4-3049-B7EC-CC121412E0DA}" type="sibTrans" cxnId="{14E23B86-5D14-1C41-9983-8FDAAE726C76}">
      <dgm:prSet/>
      <dgm:spPr/>
      <dgm:t>
        <a:bodyPr/>
        <a:lstStyle/>
        <a:p>
          <a:endParaRPr lang="en-US"/>
        </a:p>
      </dgm:t>
    </dgm:pt>
    <dgm:pt modelId="{17DA7AD2-68C8-CE4D-B9A9-405AFEBFD690}">
      <dgm:prSet phldrT="[Text]"/>
      <dgm:spPr/>
      <dgm:t>
        <a:bodyPr/>
        <a:lstStyle/>
        <a:p>
          <a:r>
            <a:rPr lang="en-US" dirty="0"/>
            <a:t>Distribution and outliers</a:t>
          </a:r>
        </a:p>
      </dgm:t>
    </dgm:pt>
    <dgm:pt modelId="{5FFA160B-967E-8149-B47B-D6A8B5AF5914}" type="parTrans" cxnId="{EA66EFFC-AE30-EF41-A690-4A0E603D9C47}">
      <dgm:prSet/>
      <dgm:spPr/>
      <dgm:t>
        <a:bodyPr/>
        <a:lstStyle/>
        <a:p>
          <a:endParaRPr lang="en-US"/>
        </a:p>
      </dgm:t>
    </dgm:pt>
    <dgm:pt modelId="{4D5520FB-33D6-4E44-B194-6D7DDF71588F}" type="sibTrans" cxnId="{EA66EFFC-AE30-EF41-A690-4A0E603D9C47}">
      <dgm:prSet/>
      <dgm:spPr/>
      <dgm:t>
        <a:bodyPr/>
        <a:lstStyle/>
        <a:p>
          <a:endParaRPr lang="en-US"/>
        </a:p>
      </dgm:t>
    </dgm:pt>
    <dgm:pt modelId="{90669D88-E483-9B45-A2D4-EC06457730A8}">
      <dgm:prSet phldrT="[Text]"/>
      <dgm:spPr/>
      <dgm:t>
        <a:bodyPr/>
        <a:lstStyle/>
        <a:p>
          <a:r>
            <a:rPr lang="en-US" dirty="0"/>
            <a:t>Correlation and relationships</a:t>
          </a:r>
        </a:p>
      </dgm:t>
    </dgm:pt>
    <dgm:pt modelId="{E2ACD1AE-EF6A-F64C-87D6-0C251A7DDFDB}" type="parTrans" cxnId="{7509A7DA-399E-9148-BA01-CA21A9AA12D9}">
      <dgm:prSet/>
      <dgm:spPr/>
      <dgm:t>
        <a:bodyPr/>
        <a:lstStyle/>
        <a:p>
          <a:endParaRPr lang="en-US"/>
        </a:p>
      </dgm:t>
    </dgm:pt>
    <dgm:pt modelId="{EC5790AA-EDF7-D445-A352-92E3DA7EC01A}" type="sibTrans" cxnId="{7509A7DA-399E-9148-BA01-CA21A9AA12D9}">
      <dgm:prSet/>
      <dgm:spPr/>
      <dgm:t>
        <a:bodyPr/>
        <a:lstStyle/>
        <a:p>
          <a:endParaRPr lang="en-US"/>
        </a:p>
      </dgm:t>
    </dgm:pt>
    <dgm:pt modelId="{C2196762-BC9B-6846-B0AA-491DAF9FA4D7}">
      <dgm:prSet phldrT="[Text]"/>
      <dgm:spPr/>
      <dgm:t>
        <a:bodyPr/>
        <a:lstStyle/>
        <a:p>
          <a:r>
            <a:rPr lang="en-US" dirty="0"/>
            <a:t>NFR expertise and banking context</a:t>
          </a:r>
        </a:p>
      </dgm:t>
    </dgm:pt>
    <dgm:pt modelId="{3CB31AEC-1BFD-9E41-876E-DC3E4EFC60BA}" type="parTrans" cxnId="{5A10B0F4-9D8F-7B4A-AB57-7C50EE7BB4C6}">
      <dgm:prSet/>
      <dgm:spPr/>
      <dgm:t>
        <a:bodyPr/>
        <a:lstStyle/>
        <a:p>
          <a:endParaRPr lang="en-US"/>
        </a:p>
      </dgm:t>
    </dgm:pt>
    <dgm:pt modelId="{43CAC0C9-8BCD-1143-9919-2A9B5AC22368}" type="sibTrans" cxnId="{5A10B0F4-9D8F-7B4A-AB57-7C50EE7BB4C6}">
      <dgm:prSet/>
      <dgm:spPr/>
      <dgm:t>
        <a:bodyPr/>
        <a:lstStyle/>
        <a:p>
          <a:endParaRPr lang="en-US"/>
        </a:p>
      </dgm:t>
    </dgm:pt>
    <dgm:pt modelId="{0DD23397-AF0A-8F44-B8D1-4A9DC8CF9790}">
      <dgm:prSet phldrT="[Text]"/>
      <dgm:spPr/>
      <dgm:t>
        <a:bodyPr/>
        <a:lstStyle/>
        <a:p>
          <a:r>
            <a:rPr lang="en-US" dirty="0"/>
            <a:t>Handle data limitations </a:t>
          </a:r>
        </a:p>
      </dgm:t>
    </dgm:pt>
    <dgm:pt modelId="{7601EA0C-6AB1-234E-B1A2-4C5F78A85AE5}" type="parTrans" cxnId="{638C467B-73A9-C447-98E1-2E85F725D22E}">
      <dgm:prSet/>
      <dgm:spPr/>
      <dgm:t>
        <a:bodyPr/>
        <a:lstStyle/>
        <a:p>
          <a:endParaRPr lang="en-US"/>
        </a:p>
      </dgm:t>
    </dgm:pt>
    <dgm:pt modelId="{6D74BCC4-90F0-8543-A9DF-2CD42546C756}" type="sibTrans" cxnId="{638C467B-73A9-C447-98E1-2E85F725D22E}">
      <dgm:prSet/>
      <dgm:spPr/>
      <dgm:t>
        <a:bodyPr/>
        <a:lstStyle/>
        <a:p>
          <a:endParaRPr lang="en-US"/>
        </a:p>
      </dgm:t>
    </dgm:pt>
    <dgm:pt modelId="{74504F8A-033B-4342-B9A5-F0657A65737A}">
      <dgm:prSet/>
      <dgm:spPr/>
      <dgm:t>
        <a:bodyPr/>
        <a:lstStyle/>
        <a:p>
          <a:r>
            <a:rPr lang="en-US" dirty="0"/>
            <a:t>Model Validation and Tuning </a:t>
          </a:r>
        </a:p>
      </dgm:t>
    </dgm:pt>
    <dgm:pt modelId="{6F2FBFF6-377D-064D-94BE-AA51AF6781FE}" type="parTrans" cxnId="{ED35B31B-2A5B-9F47-B3FD-282782B88E4B}">
      <dgm:prSet/>
      <dgm:spPr/>
      <dgm:t>
        <a:bodyPr/>
        <a:lstStyle/>
        <a:p>
          <a:endParaRPr lang="en-US"/>
        </a:p>
      </dgm:t>
    </dgm:pt>
    <dgm:pt modelId="{1A9C502B-9B93-E741-AB2A-E4809D09C5F0}" type="sibTrans" cxnId="{ED35B31B-2A5B-9F47-B3FD-282782B88E4B}">
      <dgm:prSet/>
      <dgm:spPr/>
      <dgm:t>
        <a:bodyPr/>
        <a:lstStyle/>
        <a:p>
          <a:endParaRPr lang="en-US"/>
        </a:p>
      </dgm:t>
    </dgm:pt>
    <dgm:pt modelId="{0F821B00-4B47-9842-AA82-DC9F5D15F086}">
      <dgm:prSet/>
      <dgm:spPr/>
      <dgm:t>
        <a:bodyPr/>
        <a:lstStyle/>
        <a:p>
          <a:r>
            <a:rPr lang="en-US" dirty="0"/>
            <a:t>Explainability</a:t>
          </a:r>
        </a:p>
      </dgm:t>
    </dgm:pt>
    <dgm:pt modelId="{266C309F-A72C-5E4B-BD0D-7454F97D08A4}" type="parTrans" cxnId="{6BDFEDBC-2FBD-E34C-AD71-CB90498FA639}">
      <dgm:prSet/>
      <dgm:spPr/>
      <dgm:t>
        <a:bodyPr/>
        <a:lstStyle/>
        <a:p>
          <a:endParaRPr lang="en-US"/>
        </a:p>
      </dgm:t>
    </dgm:pt>
    <dgm:pt modelId="{B406731B-D6CA-1742-9736-78E06F7E3E25}" type="sibTrans" cxnId="{6BDFEDBC-2FBD-E34C-AD71-CB90498FA639}">
      <dgm:prSet/>
      <dgm:spPr/>
      <dgm:t>
        <a:bodyPr/>
        <a:lstStyle/>
        <a:p>
          <a:endParaRPr lang="en-US"/>
        </a:p>
      </dgm:t>
    </dgm:pt>
    <dgm:pt modelId="{7FF5F82A-7611-7543-96A2-841770396367}">
      <dgm:prSet phldrT="[Text]"/>
      <dgm:spPr/>
      <dgm:t>
        <a:bodyPr/>
        <a:lstStyle/>
        <a:p>
          <a:r>
            <a:rPr lang="en-US" dirty="0"/>
            <a:t>Classification – prediction of event occurrence</a:t>
          </a:r>
        </a:p>
      </dgm:t>
    </dgm:pt>
    <dgm:pt modelId="{8FEDF497-8C4F-EF44-B45F-DDF7931CA0A6}" type="parTrans" cxnId="{08FD7A4D-9921-B942-BC64-337CB04FB473}">
      <dgm:prSet/>
      <dgm:spPr/>
      <dgm:t>
        <a:bodyPr/>
        <a:lstStyle/>
        <a:p>
          <a:endParaRPr lang="en-US"/>
        </a:p>
      </dgm:t>
    </dgm:pt>
    <dgm:pt modelId="{DF3D8E76-0A71-2045-8774-BA46F1F57315}" type="sibTrans" cxnId="{08FD7A4D-9921-B942-BC64-337CB04FB473}">
      <dgm:prSet/>
      <dgm:spPr/>
      <dgm:t>
        <a:bodyPr/>
        <a:lstStyle/>
        <a:p>
          <a:endParaRPr lang="en-US"/>
        </a:p>
      </dgm:t>
    </dgm:pt>
    <dgm:pt modelId="{9FE37C33-8A29-1947-B52E-D2B872D63044}">
      <dgm:prSet phldrT="[Text]"/>
      <dgm:spPr/>
      <dgm:t>
        <a:bodyPr/>
        <a:lstStyle/>
        <a:p>
          <a:r>
            <a:rPr lang="en-US" dirty="0"/>
            <a:t>Regression - potential loss amount </a:t>
          </a:r>
        </a:p>
      </dgm:t>
    </dgm:pt>
    <dgm:pt modelId="{C00B4B93-0E47-0A41-BC34-AFB5DFADE460}" type="parTrans" cxnId="{0FDACFA3-4502-0B4F-B466-F9EB888EFED4}">
      <dgm:prSet/>
      <dgm:spPr/>
      <dgm:t>
        <a:bodyPr/>
        <a:lstStyle/>
        <a:p>
          <a:endParaRPr lang="en-US"/>
        </a:p>
      </dgm:t>
    </dgm:pt>
    <dgm:pt modelId="{3D1477F1-8062-4F4D-8157-26176ED90877}" type="sibTrans" cxnId="{0FDACFA3-4502-0B4F-B466-F9EB888EFED4}">
      <dgm:prSet/>
      <dgm:spPr/>
      <dgm:t>
        <a:bodyPr/>
        <a:lstStyle/>
        <a:p>
          <a:endParaRPr lang="en-US"/>
        </a:p>
      </dgm:t>
    </dgm:pt>
    <dgm:pt modelId="{69CE6D43-0BA3-4444-B3A1-E6E12560FCB1}">
      <dgm:prSet/>
      <dgm:spPr/>
      <dgm:t>
        <a:bodyPr/>
        <a:lstStyle/>
        <a:p>
          <a:r>
            <a:rPr lang="en-US" dirty="0"/>
            <a:t>Optimize</a:t>
          </a:r>
        </a:p>
      </dgm:t>
    </dgm:pt>
    <dgm:pt modelId="{AE5B90AA-6208-7843-A805-560891B4DB28}" type="parTrans" cxnId="{4100DFC2-8353-E54E-910A-919B14E581FD}">
      <dgm:prSet/>
      <dgm:spPr/>
      <dgm:t>
        <a:bodyPr/>
        <a:lstStyle/>
        <a:p>
          <a:endParaRPr lang="en-US"/>
        </a:p>
      </dgm:t>
    </dgm:pt>
    <dgm:pt modelId="{02D80FF7-078B-F14D-BBB5-15755FD34039}" type="sibTrans" cxnId="{4100DFC2-8353-E54E-910A-919B14E581FD}">
      <dgm:prSet/>
      <dgm:spPr/>
      <dgm:t>
        <a:bodyPr/>
        <a:lstStyle/>
        <a:p>
          <a:endParaRPr lang="en-US"/>
        </a:p>
      </dgm:t>
    </dgm:pt>
    <dgm:pt modelId="{645522E4-75C7-514F-8376-01E348878986}">
      <dgm:prSet/>
      <dgm:spPr/>
      <dgm:t>
        <a:bodyPr/>
        <a:lstStyle/>
        <a:p>
          <a:r>
            <a:rPr lang="en-US" dirty="0"/>
            <a:t>Model Deployment and Monitoring</a:t>
          </a:r>
        </a:p>
      </dgm:t>
    </dgm:pt>
    <dgm:pt modelId="{E9633F47-C1BC-AE45-B6B9-E01FAF0D16A9}" type="parTrans" cxnId="{A9804B06-8559-5649-98B7-5CB5CCB6125D}">
      <dgm:prSet/>
      <dgm:spPr/>
    </dgm:pt>
    <dgm:pt modelId="{601C68CC-A445-1442-8778-6F9293507B92}" type="sibTrans" cxnId="{A9804B06-8559-5649-98B7-5CB5CCB6125D}">
      <dgm:prSet/>
      <dgm:spPr/>
    </dgm:pt>
    <dgm:pt modelId="{11BE2541-3041-4C42-8B1C-E23EF483CB5D}">
      <dgm:prSet/>
      <dgm:spPr/>
      <dgm:t>
        <a:bodyPr/>
        <a:lstStyle/>
        <a:p>
          <a:r>
            <a:rPr lang="en-US" dirty="0"/>
            <a:t>Address limitations - Imbalance, Leakage, Overfitting</a:t>
          </a:r>
        </a:p>
      </dgm:t>
    </dgm:pt>
    <dgm:pt modelId="{09632642-58E1-F040-AB85-9CC685B18F94}" type="parTrans" cxnId="{F9E44EA0-B46D-7C40-AABC-C6C5A07FF4B4}">
      <dgm:prSet/>
      <dgm:spPr/>
    </dgm:pt>
    <dgm:pt modelId="{AD24D251-CFCD-A24F-A19E-BC969EB0A22E}" type="sibTrans" cxnId="{F9E44EA0-B46D-7C40-AABC-C6C5A07FF4B4}">
      <dgm:prSet/>
      <dgm:spPr/>
    </dgm:pt>
    <dgm:pt modelId="{63435F4A-BD5A-0B4F-97B6-B0F9167A1245}">
      <dgm:prSet/>
      <dgm:spPr/>
      <dgm:t>
        <a:bodyPr/>
        <a:lstStyle/>
        <a:p>
          <a:r>
            <a:rPr lang="en-US" dirty="0"/>
            <a:t>Deploy as decision support</a:t>
          </a:r>
        </a:p>
      </dgm:t>
    </dgm:pt>
    <dgm:pt modelId="{A2DFFD66-C615-5845-8D05-E089E7D9B815}" type="parTrans" cxnId="{A8A50DF1-DB5B-3146-9767-D2D57BA537E6}">
      <dgm:prSet/>
      <dgm:spPr/>
    </dgm:pt>
    <dgm:pt modelId="{3FC6425E-CEB9-9F41-917D-3CB45EEBCD93}" type="sibTrans" cxnId="{A8A50DF1-DB5B-3146-9767-D2D57BA537E6}">
      <dgm:prSet/>
      <dgm:spPr/>
    </dgm:pt>
    <dgm:pt modelId="{D6A9E57A-8557-1043-A3D2-B9655F6214A1}">
      <dgm:prSet/>
      <dgm:spPr/>
      <dgm:t>
        <a:bodyPr/>
        <a:lstStyle/>
        <a:p>
          <a:r>
            <a:rPr lang="en-US" dirty="0"/>
            <a:t>Continuously monitor</a:t>
          </a:r>
        </a:p>
      </dgm:t>
    </dgm:pt>
    <dgm:pt modelId="{3EB44603-299E-D24A-881A-837AA8753A03}" type="parTrans" cxnId="{E3F8D20A-C84D-B340-BE06-CCB0A67015C9}">
      <dgm:prSet/>
      <dgm:spPr/>
    </dgm:pt>
    <dgm:pt modelId="{C1ADBE3A-820F-804B-AE3F-06D4A21519B2}" type="sibTrans" cxnId="{E3F8D20A-C84D-B340-BE06-CCB0A67015C9}">
      <dgm:prSet/>
      <dgm:spPr/>
    </dgm:pt>
    <dgm:pt modelId="{129BFA23-8450-864B-9A9E-1B0DC478EB5F}" type="pres">
      <dgm:prSet presAssocID="{49CA3E8B-6EAB-B24F-AB6A-4434201C8130}" presName="theList" presStyleCnt="0">
        <dgm:presLayoutVars>
          <dgm:dir/>
          <dgm:animLvl val="lvl"/>
          <dgm:resizeHandles val="exact"/>
        </dgm:presLayoutVars>
      </dgm:prSet>
      <dgm:spPr/>
    </dgm:pt>
    <dgm:pt modelId="{ADFFD32C-91FE-624A-A498-8ADD02BCE9C9}" type="pres">
      <dgm:prSet presAssocID="{89843CD3-B6AE-2B48-BE40-D13C4D627E80}" presName="compNode" presStyleCnt="0"/>
      <dgm:spPr/>
    </dgm:pt>
    <dgm:pt modelId="{158E12AC-716F-A949-B050-E72104263CE4}" type="pres">
      <dgm:prSet presAssocID="{89843CD3-B6AE-2B48-BE40-D13C4D627E80}" presName="aNode" presStyleLbl="bgShp" presStyleIdx="0" presStyleCnt="5"/>
      <dgm:spPr/>
    </dgm:pt>
    <dgm:pt modelId="{58EEE64A-9B0E-0648-8731-7257CF880960}" type="pres">
      <dgm:prSet presAssocID="{89843CD3-B6AE-2B48-BE40-D13C4D627E80}" presName="textNode" presStyleLbl="bgShp" presStyleIdx="0" presStyleCnt="5"/>
      <dgm:spPr/>
    </dgm:pt>
    <dgm:pt modelId="{4CF9956A-4ACC-F84D-A511-ED28B4C58BE6}" type="pres">
      <dgm:prSet presAssocID="{89843CD3-B6AE-2B48-BE40-D13C4D627E80}" presName="compChildNode" presStyleCnt="0"/>
      <dgm:spPr/>
    </dgm:pt>
    <dgm:pt modelId="{D63D14C1-2C77-6B40-B200-4261B10C67FF}" type="pres">
      <dgm:prSet presAssocID="{89843CD3-B6AE-2B48-BE40-D13C4D627E80}" presName="theInnerList" presStyleCnt="0"/>
      <dgm:spPr/>
    </dgm:pt>
    <dgm:pt modelId="{DE3F295D-3FD5-5E49-8D77-2D4421D0E21F}" type="pres">
      <dgm:prSet presAssocID="{ED7B059D-5B2F-DA49-A1BA-64023D99FCBC}" presName="childNode" presStyleLbl="node1" presStyleIdx="0" presStyleCnt="14">
        <dgm:presLayoutVars>
          <dgm:bulletEnabled val="1"/>
        </dgm:presLayoutVars>
      </dgm:prSet>
      <dgm:spPr/>
    </dgm:pt>
    <dgm:pt modelId="{EA3D1ED4-7176-1142-812B-CEE85A5259AC}" type="pres">
      <dgm:prSet presAssocID="{ED7B059D-5B2F-DA49-A1BA-64023D99FCBC}" presName="aSpace2" presStyleCnt="0"/>
      <dgm:spPr/>
    </dgm:pt>
    <dgm:pt modelId="{DB3D106A-FF2E-1945-A534-48B5F9A9D06D}" type="pres">
      <dgm:prSet presAssocID="{17DA7AD2-68C8-CE4D-B9A9-405AFEBFD690}" presName="childNode" presStyleLbl="node1" presStyleIdx="1" presStyleCnt="14">
        <dgm:presLayoutVars>
          <dgm:bulletEnabled val="1"/>
        </dgm:presLayoutVars>
      </dgm:prSet>
      <dgm:spPr/>
    </dgm:pt>
    <dgm:pt modelId="{A3AD3AAD-0CF6-7A4B-BEBC-3772996BBF69}" type="pres">
      <dgm:prSet presAssocID="{17DA7AD2-68C8-CE4D-B9A9-405AFEBFD690}" presName="aSpace2" presStyleCnt="0"/>
      <dgm:spPr/>
    </dgm:pt>
    <dgm:pt modelId="{5A955161-AD81-0E44-8EB0-394916E71157}" type="pres">
      <dgm:prSet presAssocID="{90669D88-E483-9B45-A2D4-EC06457730A8}" presName="childNode" presStyleLbl="node1" presStyleIdx="2" presStyleCnt="14">
        <dgm:presLayoutVars>
          <dgm:bulletEnabled val="1"/>
        </dgm:presLayoutVars>
      </dgm:prSet>
      <dgm:spPr/>
    </dgm:pt>
    <dgm:pt modelId="{41BDBF25-3810-DD4E-9442-E105C386B1E9}" type="pres">
      <dgm:prSet presAssocID="{89843CD3-B6AE-2B48-BE40-D13C4D627E80}" presName="aSpace" presStyleCnt="0"/>
      <dgm:spPr/>
    </dgm:pt>
    <dgm:pt modelId="{26819F7F-DDF6-4049-87D0-749F0A539226}" type="pres">
      <dgm:prSet presAssocID="{87D2A7E7-5E6A-E840-8F30-2E77FA2CFABD}" presName="compNode" presStyleCnt="0"/>
      <dgm:spPr/>
    </dgm:pt>
    <dgm:pt modelId="{CCA44F97-82F4-CC4D-84A9-63CC4DA51D7C}" type="pres">
      <dgm:prSet presAssocID="{87D2A7E7-5E6A-E840-8F30-2E77FA2CFABD}" presName="aNode" presStyleLbl="bgShp" presStyleIdx="1" presStyleCnt="5"/>
      <dgm:spPr/>
    </dgm:pt>
    <dgm:pt modelId="{FA89A412-303F-3249-B823-3A7E08BB2352}" type="pres">
      <dgm:prSet presAssocID="{87D2A7E7-5E6A-E840-8F30-2E77FA2CFABD}" presName="textNode" presStyleLbl="bgShp" presStyleIdx="1" presStyleCnt="5"/>
      <dgm:spPr/>
    </dgm:pt>
    <dgm:pt modelId="{813F8862-F275-5D48-AFAF-183890160FB7}" type="pres">
      <dgm:prSet presAssocID="{87D2A7E7-5E6A-E840-8F30-2E77FA2CFABD}" presName="compChildNode" presStyleCnt="0"/>
      <dgm:spPr/>
    </dgm:pt>
    <dgm:pt modelId="{18A88CCD-6795-EF40-8855-8DFCB89EA47B}" type="pres">
      <dgm:prSet presAssocID="{87D2A7E7-5E6A-E840-8F30-2E77FA2CFABD}" presName="theInnerList" presStyleCnt="0"/>
      <dgm:spPr/>
    </dgm:pt>
    <dgm:pt modelId="{7B240073-55F3-1B49-9309-A2B51E99DCBE}" type="pres">
      <dgm:prSet presAssocID="{74720898-E82C-614A-A071-37C0465EA916}" presName="childNode" presStyleLbl="node1" presStyleIdx="3" presStyleCnt="14">
        <dgm:presLayoutVars>
          <dgm:bulletEnabled val="1"/>
        </dgm:presLayoutVars>
      </dgm:prSet>
      <dgm:spPr/>
    </dgm:pt>
    <dgm:pt modelId="{4917040D-085A-1F4B-BC54-21166DA02B9B}" type="pres">
      <dgm:prSet presAssocID="{74720898-E82C-614A-A071-37C0465EA916}" presName="aSpace2" presStyleCnt="0"/>
      <dgm:spPr/>
    </dgm:pt>
    <dgm:pt modelId="{6D24C4F3-4C32-AD46-9A74-D2EE1E9081B8}" type="pres">
      <dgm:prSet presAssocID="{C2196762-BC9B-6846-B0AA-491DAF9FA4D7}" presName="childNode" presStyleLbl="node1" presStyleIdx="4" presStyleCnt="14">
        <dgm:presLayoutVars>
          <dgm:bulletEnabled val="1"/>
        </dgm:presLayoutVars>
      </dgm:prSet>
      <dgm:spPr/>
    </dgm:pt>
    <dgm:pt modelId="{FCB48268-EE1A-5E48-B9AF-A276582F382B}" type="pres">
      <dgm:prSet presAssocID="{C2196762-BC9B-6846-B0AA-491DAF9FA4D7}" presName="aSpace2" presStyleCnt="0"/>
      <dgm:spPr/>
    </dgm:pt>
    <dgm:pt modelId="{EF437903-E83E-9749-BF8C-767264C10015}" type="pres">
      <dgm:prSet presAssocID="{0DD23397-AF0A-8F44-B8D1-4A9DC8CF9790}" presName="childNode" presStyleLbl="node1" presStyleIdx="5" presStyleCnt="14">
        <dgm:presLayoutVars>
          <dgm:bulletEnabled val="1"/>
        </dgm:presLayoutVars>
      </dgm:prSet>
      <dgm:spPr/>
    </dgm:pt>
    <dgm:pt modelId="{EDE9CC7E-6748-7A4B-9900-77C1564508D1}" type="pres">
      <dgm:prSet presAssocID="{87D2A7E7-5E6A-E840-8F30-2E77FA2CFABD}" presName="aSpace" presStyleCnt="0"/>
      <dgm:spPr/>
    </dgm:pt>
    <dgm:pt modelId="{8FC43923-2DF1-744B-A4C9-120AD31A6CD0}" type="pres">
      <dgm:prSet presAssocID="{EF1EA4E6-BC15-5C4C-BE45-5E6C4F495EAB}" presName="compNode" presStyleCnt="0"/>
      <dgm:spPr/>
    </dgm:pt>
    <dgm:pt modelId="{746BF117-6612-CE4A-84E6-FCC1225F3BA2}" type="pres">
      <dgm:prSet presAssocID="{EF1EA4E6-BC15-5C4C-BE45-5E6C4F495EAB}" presName="aNode" presStyleLbl="bgShp" presStyleIdx="2" presStyleCnt="5"/>
      <dgm:spPr/>
    </dgm:pt>
    <dgm:pt modelId="{B2C2008A-392D-0444-872E-1187E298066C}" type="pres">
      <dgm:prSet presAssocID="{EF1EA4E6-BC15-5C4C-BE45-5E6C4F495EAB}" presName="textNode" presStyleLbl="bgShp" presStyleIdx="2" presStyleCnt="5"/>
      <dgm:spPr/>
    </dgm:pt>
    <dgm:pt modelId="{3407F329-5D12-8F4B-88BD-FECD8B5B778B}" type="pres">
      <dgm:prSet presAssocID="{EF1EA4E6-BC15-5C4C-BE45-5E6C4F495EAB}" presName="compChildNode" presStyleCnt="0"/>
      <dgm:spPr/>
    </dgm:pt>
    <dgm:pt modelId="{BA7A5A46-B093-6A4B-8C88-00300406BB34}" type="pres">
      <dgm:prSet presAssocID="{EF1EA4E6-BC15-5C4C-BE45-5E6C4F495EAB}" presName="theInnerList" presStyleCnt="0"/>
      <dgm:spPr/>
    </dgm:pt>
    <dgm:pt modelId="{9BD54DDC-5C23-6841-8826-7C6BF336BF40}" type="pres">
      <dgm:prSet presAssocID="{0D1AD6C5-6ADD-944F-B6D5-D54CA366571D}" presName="childNode" presStyleLbl="node1" presStyleIdx="6" presStyleCnt="14">
        <dgm:presLayoutVars>
          <dgm:bulletEnabled val="1"/>
        </dgm:presLayoutVars>
      </dgm:prSet>
      <dgm:spPr/>
    </dgm:pt>
    <dgm:pt modelId="{ED6FC0D0-8287-7A42-8259-497BCE200F38}" type="pres">
      <dgm:prSet presAssocID="{0D1AD6C5-6ADD-944F-B6D5-D54CA366571D}" presName="aSpace2" presStyleCnt="0"/>
      <dgm:spPr/>
    </dgm:pt>
    <dgm:pt modelId="{D6F7F7DC-D8C0-D44D-93EA-3F4F99C4D72F}" type="pres">
      <dgm:prSet presAssocID="{7FF5F82A-7611-7543-96A2-841770396367}" presName="childNode" presStyleLbl="node1" presStyleIdx="7" presStyleCnt="14">
        <dgm:presLayoutVars>
          <dgm:bulletEnabled val="1"/>
        </dgm:presLayoutVars>
      </dgm:prSet>
      <dgm:spPr/>
    </dgm:pt>
    <dgm:pt modelId="{C82CE425-4CF3-1E4F-8640-C7EE74741B65}" type="pres">
      <dgm:prSet presAssocID="{7FF5F82A-7611-7543-96A2-841770396367}" presName="aSpace2" presStyleCnt="0"/>
      <dgm:spPr/>
    </dgm:pt>
    <dgm:pt modelId="{BA254506-CF16-F441-A5E7-E3A065D013D0}" type="pres">
      <dgm:prSet presAssocID="{9FE37C33-8A29-1947-B52E-D2B872D63044}" presName="childNode" presStyleLbl="node1" presStyleIdx="8" presStyleCnt="14">
        <dgm:presLayoutVars>
          <dgm:bulletEnabled val="1"/>
        </dgm:presLayoutVars>
      </dgm:prSet>
      <dgm:spPr/>
    </dgm:pt>
    <dgm:pt modelId="{8633BE98-16DD-BA41-BA12-5CD0FDB2BE20}" type="pres">
      <dgm:prSet presAssocID="{EF1EA4E6-BC15-5C4C-BE45-5E6C4F495EAB}" presName="aSpace" presStyleCnt="0"/>
      <dgm:spPr/>
    </dgm:pt>
    <dgm:pt modelId="{A95D7F4A-13CA-C640-A206-C8E79A81D43B}" type="pres">
      <dgm:prSet presAssocID="{74504F8A-033B-4342-B9A5-F0657A65737A}" presName="compNode" presStyleCnt="0"/>
      <dgm:spPr/>
    </dgm:pt>
    <dgm:pt modelId="{FC89F99D-7EA7-7A40-8561-F4E44519658B}" type="pres">
      <dgm:prSet presAssocID="{74504F8A-033B-4342-B9A5-F0657A65737A}" presName="aNode" presStyleLbl="bgShp" presStyleIdx="3" presStyleCnt="5"/>
      <dgm:spPr/>
    </dgm:pt>
    <dgm:pt modelId="{0BB5368A-7AA6-724F-BCE3-76BE3A8E817F}" type="pres">
      <dgm:prSet presAssocID="{74504F8A-033B-4342-B9A5-F0657A65737A}" presName="textNode" presStyleLbl="bgShp" presStyleIdx="3" presStyleCnt="5"/>
      <dgm:spPr/>
    </dgm:pt>
    <dgm:pt modelId="{2F8F1207-B60C-784E-B7BB-79B3BA6D2239}" type="pres">
      <dgm:prSet presAssocID="{74504F8A-033B-4342-B9A5-F0657A65737A}" presName="compChildNode" presStyleCnt="0"/>
      <dgm:spPr/>
    </dgm:pt>
    <dgm:pt modelId="{A26946DB-42C8-8B49-8DBC-825547597584}" type="pres">
      <dgm:prSet presAssocID="{74504F8A-033B-4342-B9A5-F0657A65737A}" presName="theInnerList" presStyleCnt="0"/>
      <dgm:spPr/>
    </dgm:pt>
    <dgm:pt modelId="{9C6FE9CF-5D98-AB45-917E-6AC648D6F084}" type="pres">
      <dgm:prSet presAssocID="{0F821B00-4B47-9842-AA82-DC9F5D15F086}" presName="childNode" presStyleLbl="node1" presStyleIdx="9" presStyleCnt="14">
        <dgm:presLayoutVars>
          <dgm:bulletEnabled val="1"/>
        </dgm:presLayoutVars>
      </dgm:prSet>
      <dgm:spPr/>
    </dgm:pt>
    <dgm:pt modelId="{A2E2A690-FAF7-3043-9808-3582DDA6F12C}" type="pres">
      <dgm:prSet presAssocID="{0F821B00-4B47-9842-AA82-DC9F5D15F086}" presName="aSpace2" presStyleCnt="0"/>
      <dgm:spPr/>
    </dgm:pt>
    <dgm:pt modelId="{8C55800F-7805-4744-8080-94C1DA509630}" type="pres">
      <dgm:prSet presAssocID="{11BE2541-3041-4C42-8B1C-E23EF483CB5D}" presName="childNode" presStyleLbl="node1" presStyleIdx="10" presStyleCnt="14">
        <dgm:presLayoutVars>
          <dgm:bulletEnabled val="1"/>
        </dgm:presLayoutVars>
      </dgm:prSet>
      <dgm:spPr/>
    </dgm:pt>
    <dgm:pt modelId="{3F2A33C1-C4F1-0747-BAC2-7F3BBE6CEF0E}" type="pres">
      <dgm:prSet presAssocID="{11BE2541-3041-4C42-8B1C-E23EF483CB5D}" presName="aSpace2" presStyleCnt="0"/>
      <dgm:spPr/>
    </dgm:pt>
    <dgm:pt modelId="{8501FB9B-D924-1E43-A9DB-DD5CD659D49C}" type="pres">
      <dgm:prSet presAssocID="{69CE6D43-0BA3-4444-B3A1-E6E12560FCB1}" presName="childNode" presStyleLbl="node1" presStyleIdx="11" presStyleCnt="14">
        <dgm:presLayoutVars>
          <dgm:bulletEnabled val="1"/>
        </dgm:presLayoutVars>
      </dgm:prSet>
      <dgm:spPr/>
    </dgm:pt>
    <dgm:pt modelId="{0F3A05C9-3C04-864D-BD7C-A311FF22EDF6}" type="pres">
      <dgm:prSet presAssocID="{74504F8A-033B-4342-B9A5-F0657A65737A}" presName="aSpace" presStyleCnt="0"/>
      <dgm:spPr/>
    </dgm:pt>
    <dgm:pt modelId="{7D1F09C7-BA41-004F-B134-AACB3E04EF1A}" type="pres">
      <dgm:prSet presAssocID="{645522E4-75C7-514F-8376-01E348878986}" presName="compNode" presStyleCnt="0"/>
      <dgm:spPr/>
    </dgm:pt>
    <dgm:pt modelId="{3D747F1B-0DCC-FD44-997B-06CA3EE42259}" type="pres">
      <dgm:prSet presAssocID="{645522E4-75C7-514F-8376-01E348878986}" presName="aNode" presStyleLbl="bgShp" presStyleIdx="4" presStyleCnt="5"/>
      <dgm:spPr/>
    </dgm:pt>
    <dgm:pt modelId="{2912141B-D982-D442-9DF9-155B45D11CB4}" type="pres">
      <dgm:prSet presAssocID="{645522E4-75C7-514F-8376-01E348878986}" presName="textNode" presStyleLbl="bgShp" presStyleIdx="4" presStyleCnt="5"/>
      <dgm:spPr/>
    </dgm:pt>
    <dgm:pt modelId="{7659B140-14AE-0A4A-AC0C-2BF4F3FE929B}" type="pres">
      <dgm:prSet presAssocID="{645522E4-75C7-514F-8376-01E348878986}" presName="compChildNode" presStyleCnt="0"/>
      <dgm:spPr/>
    </dgm:pt>
    <dgm:pt modelId="{5A8104F7-31C1-7446-809A-DB93AAD46B84}" type="pres">
      <dgm:prSet presAssocID="{645522E4-75C7-514F-8376-01E348878986}" presName="theInnerList" presStyleCnt="0"/>
      <dgm:spPr/>
    </dgm:pt>
    <dgm:pt modelId="{143A6BF9-C890-EE48-911B-029742BFE37E}" type="pres">
      <dgm:prSet presAssocID="{63435F4A-BD5A-0B4F-97B6-B0F9167A1245}" presName="childNode" presStyleLbl="node1" presStyleIdx="12" presStyleCnt="14">
        <dgm:presLayoutVars>
          <dgm:bulletEnabled val="1"/>
        </dgm:presLayoutVars>
      </dgm:prSet>
      <dgm:spPr/>
    </dgm:pt>
    <dgm:pt modelId="{AB1ACBBD-8C5B-4940-8E8C-A946DC30D00C}" type="pres">
      <dgm:prSet presAssocID="{63435F4A-BD5A-0B4F-97B6-B0F9167A1245}" presName="aSpace2" presStyleCnt="0"/>
      <dgm:spPr/>
    </dgm:pt>
    <dgm:pt modelId="{9C60F9C3-96B1-8C41-AC20-8E74A80F656A}" type="pres">
      <dgm:prSet presAssocID="{D6A9E57A-8557-1043-A3D2-B9655F6214A1}" presName="childNode" presStyleLbl="node1" presStyleIdx="13" presStyleCnt="14">
        <dgm:presLayoutVars>
          <dgm:bulletEnabled val="1"/>
        </dgm:presLayoutVars>
      </dgm:prSet>
      <dgm:spPr/>
    </dgm:pt>
  </dgm:ptLst>
  <dgm:cxnLst>
    <dgm:cxn modelId="{98623C03-7048-DD46-AC8E-04CED781343C}" type="presOf" srcId="{74504F8A-033B-4342-B9A5-F0657A65737A}" destId="{0BB5368A-7AA6-724F-BCE3-76BE3A8E817F}" srcOrd="1" destOrd="0" presId="urn:microsoft.com/office/officeart/2005/8/layout/lProcess2"/>
    <dgm:cxn modelId="{A9804B06-8559-5649-98B7-5CB5CCB6125D}" srcId="{49CA3E8B-6EAB-B24F-AB6A-4434201C8130}" destId="{645522E4-75C7-514F-8376-01E348878986}" srcOrd="4" destOrd="0" parTransId="{E9633F47-C1BC-AE45-B6B9-E01FAF0D16A9}" sibTransId="{601C68CC-A445-1442-8778-6F9293507B92}"/>
    <dgm:cxn modelId="{E3F8D20A-C84D-B340-BE06-CCB0A67015C9}" srcId="{645522E4-75C7-514F-8376-01E348878986}" destId="{D6A9E57A-8557-1043-A3D2-B9655F6214A1}" srcOrd="1" destOrd="0" parTransId="{3EB44603-299E-D24A-881A-837AA8753A03}" sibTransId="{C1ADBE3A-820F-804B-AE3F-06D4A21519B2}"/>
    <dgm:cxn modelId="{7B53030B-4F6B-9848-925A-57DCE387F42C}" type="presOf" srcId="{0D1AD6C5-6ADD-944F-B6D5-D54CA366571D}" destId="{9BD54DDC-5C23-6841-8826-7C6BF336BF40}" srcOrd="0" destOrd="0" presId="urn:microsoft.com/office/officeart/2005/8/layout/lProcess2"/>
    <dgm:cxn modelId="{ED35B31B-2A5B-9F47-B3FD-282782B88E4B}" srcId="{49CA3E8B-6EAB-B24F-AB6A-4434201C8130}" destId="{74504F8A-033B-4342-B9A5-F0657A65737A}" srcOrd="3" destOrd="0" parTransId="{6F2FBFF6-377D-064D-94BE-AA51AF6781FE}" sibTransId="{1A9C502B-9B93-E741-AB2A-E4809D09C5F0}"/>
    <dgm:cxn modelId="{21B3F024-ABDD-2048-B0A6-34C8C3A0E4E5}" type="presOf" srcId="{ED7B059D-5B2F-DA49-A1BA-64023D99FCBC}" destId="{DE3F295D-3FD5-5E49-8D77-2D4421D0E21F}" srcOrd="0" destOrd="0" presId="urn:microsoft.com/office/officeart/2005/8/layout/lProcess2"/>
    <dgm:cxn modelId="{4EF63730-71A6-8C46-B587-0ECE9D97C2DA}" type="presOf" srcId="{7FF5F82A-7611-7543-96A2-841770396367}" destId="{D6F7F7DC-D8C0-D44D-93EA-3F4F99C4D72F}" srcOrd="0" destOrd="0" presId="urn:microsoft.com/office/officeart/2005/8/layout/lProcess2"/>
    <dgm:cxn modelId="{21A4F630-34CE-BB4B-AC8A-38DC6680D4A2}" type="presOf" srcId="{74720898-E82C-614A-A071-37C0465EA916}" destId="{7B240073-55F3-1B49-9309-A2B51E99DCBE}" srcOrd="0" destOrd="0" presId="urn:microsoft.com/office/officeart/2005/8/layout/lProcess2"/>
    <dgm:cxn modelId="{6BA8F53C-6577-804D-84F3-4B1E6306DD99}" srcId="{49CA3E8B-6EAB-B24F-AB6A-4434201C8130}" destId="{EF1EA4E6-BC15-5C4C-BE45-5E6C4F495EAB}" srcOrd="2" destOrd="0" parTransId="{55330218-07F7-AB43-998B-3D4C5F32FC1F}" sibTransId="{EDC60DC0-3E0B-1A48-AF17-4AD4263356F1}"/>
    <dgm:cxn modelId="{C056E145-DB41-BF48-9C1B-0B81E63FDC3C}" type="presOf" srcId="{D6A9E57A-8557-1043-A3D2-B9655F6214A1}" destId="{9C60F9C3-96B1-8C41-AC20-8E74A80F656A}" srcOrd="0" destOrd="0" presId="urn:microsoft.com/office/officeart/2005/8/layout/lProcess2"/>
    <dgm:cxn modelId="{08FD7A4D-9921-B942-BC64-337CB04FB473}" srcId="{EF1EA4E6-BC15-5C4C-BE45-5E6C4F495EAB}" destId="{7FF5F82A-7611-7543-96A2-841770396367}" srcOrd="1" destOrd="0" parTransId="{8FEDF497-8C4F-EF44-B45F-DDF7931CA0A6}" sibTransId="{DF3D8E76-0A71-2045-8774-BA46F1F57315}"/>
    <dgm:cxn modelId="{60C3A050-8604-9C44-82B7-14A9473D7444}" type="presOf" srcId="{87D2A7E7-5E6A-E840-8F30-2E77FA2CFABD}" destId="{FA89A412-303F-3249-B823-3A7E08BB2352}" srcOrd="1" destOrd="0" presId="urn:microsoft.com/office/officeart/2005/8/layout/lProcess2"/>
    <dgm:cxn modelId="{12D4B650-E911-FE41-924B-B1BDB9F2E519}" srcId="{89843CD3-B6AE-2B48-BE40-D13C4D627E80}" destId="{ED7B059D-5B2F-DA49-A1BA-64023D99FCBC}" srcOrd="0" destOrd="0" parTransId="{01990887-B981-8B46-B478-88D9125BC21C}" sibTransId="{D75B9276-8A84-DD4F-9D0F-8C061096EDFA}"/>
    <dgm:cxn modelId="{E69F8955-7F8E-7F44-992D-1FF65738F15B}" type="presOf" srcId="{0DD23397-AF0A-8F44-B8D1-4A9DC8CF9790}" destId="{EF437903-E83E-9749-BF8C-767264C10015}" srcOrd="0" destOrd="0" presId="urn:microsoft.com/office/officeart/2005/8/layout/lProcess2"/>
    <dgm:cxn modelId="{CECE065D-741D-EA4F-B6A5-B7CAED67F5F9}" type="presOf" srcId="{63435F4A-BD5A-0B4F-97B6-B0F9167A1245}" destId="{143A6BF9-C890-EE48-911B-029742BFE37E}" srcOrd="0" destOrd="0" presId="urn:microsoft.com/office/officeart/2005/8/layout/lProcess2"/>
    <dgm:cxn modelId="{22896A5E-C12F-D04D-B461-BFF86D788A55}" type="presOf" srcId="{645522E4-75C7-514F-8376-01E348878986}" destId="{3D747F1B-0DCC-FD44-997B-06CA3EE42259}" srcOrd="0" destOrd="0" presId="urn:microsoft.com/office/officeart/2005/8/layout/lProcess2"/>
    <dgm:cxn modelId="{6B537364-AF2A-0D4C-8BF6-EDF3CF042947}" srcId="{49CA3E8B-6EAB-B24F-AB6A-4434201C8130}" destId="{89843CD3-B6AE-2B48-BE40-D13C4D627E80}" srcOrd="0" destOrd="0" parTransId="{1EA8A0CF-5723-1E4A-9A72-9E9C381F4934}" sibTransId="{0CC3BD2E-6A28-5B43-8B26-DE9C5729163A}"/>
    <dgm:cxn modelId="{638C467B-73A9-C447-98E1-2E85F725D22E}" srcId="{87D2A7E7-5E6A-E840-8F30-2E77FA2CFABD}" destId="{0DD23397-AF0A-8F44-B8D1-4A9DC8CF9790}" srcOrd="2" destOrd="0" parTransId="{7601EA0C-6AB1-234E-B1A2-4C5F78A85AE5}" sibTransId="{6D74BCC4-90F0-8543-A9DF-2CD42546C756}"/>
    <dgm:cxn modelId="{1EF18180-34D8-564D-84FB-48E8624F9EA0}" type="presOf" srcId="{645522E4-75C7-514F-8376-01E348878986}" destId="{2912141B-D982-D442-9DF9-155B45D11CB4}" srcOrd="1" destOrd="0" presId="urn:microsoft.com/office/officeart/2005/8/layout/lProcess2"/>
    <dgm:cxn modelId="{1451D180-ACD3-7842-AFFA-3F3254191D75}" type="presOf" srcId="{89843CD3-B6AE-2B48-BE40-D13C4D627E80}" destId="{158E12AC-716F-A949-B050-E72104263CE4}" srcOrd="0" destOrd="0" presId="urn:microsoft.com/office/officeart/2005/8/layout/lProcess2"/>
    <dgm:cxn modelId="{14E23B86-5D14-1C41-9983-8FDAAE726C76}" srcId="{EF1EA4E6-BC15-5C4C-BE45-5E6C4F495EAB}" destId="{0D1AD6C5-6ADD-944F-B6D5-D54CA366571D}" srcOrd="0" destOrd="0" parTransId="{ADD51A0A-1E78-EB49-8063-6C2F38649D16}" sibTransId="{D8E00422-42E4-3049-B7EC-CC121412E0DA}"/>
    <dgm:cxn modelId="{E75B198E-EDFB-364C-80C9-F43B2D461A43}" type="presOf" srcId="{74504F8A-033B-4342-B9A5-F0657A65737A}" destId="{FC89F99D-7EA7-7A40-8561-F4E44519658B}" srcOrd="0" destOrd="0" presId="urn:microsoft.com/office/officeart/2005/8/layout/lProcess2"/>
    <dgm:cxn modelId="{FA305B9E-FC93-E74D-B91A-D9AC6E93A2D6}" type="presOf" srcId="{89843CD3-B6AE-2B48-BE40-D13C4D627E80}" destId="{58EEE64A-9B0E-0648-8731-7257CF880960}" srcOrd="1" destOrd="0" presId="urn:microsoft.com/office/officeart/2005/8/layout/lProcess2"/>
    <dgm:cxn modelId="{68C7B49F-A91C-E04F-A7A9-D12932917959}" type="presOf" srcId="{49CA3E8B-6EAB-B24F-AB6A-4434201C8130}" destId="{129BFA23-8450-864B-9A9E-1B0DC478EB5F}" srcOrd="0" destOrd="0" presId="urn:microsoft.com/office/officeart/2005/8/layout/lProcess2"/>
    <dgm:cxn modelId="{F9E44EA0-B46D-7C40-AABC-C6C5A07FF4B4}" srcId="{74504F8A-033B-4342-B9A5-F0657A65737A}" destId="{11BE2541-3041-4C42-8B1C-E23EF483CB5D}" srcOrd="1" destOrd="0" parTransId="{09632642-58E1-F040-AB85-9CC685B18F94}" sibTransId="{AD24D251-CFCD-A24F-A19E-BC969EB0A22E}"/>
    <dgm:cxn modelId="{0FDACFA3-4502-0B4F-B466-F9EB888EFED4}" srcId="{EF1EA4E6-BC15-5C4C-BE45-5E6C4F495EAB}" destId="{9FE37C33-8A29-1947-B52E-D2B872D63044}" srcOrd="2" destOrd="0" parTransId="{C00B4B93-0E47-0A41-BC34-AFB5DFADE460}" sibTransId="{3D1477F1-8062-4F4D-8157-26176ED90877}"/>
    <dgm:cxn modelId="{6BDFEDBC-2FBD-E34C-AD71-CB90498FA639}" srcId="{74504F8A-033B-4342-B9A5-F0657A65737A}" destId="{0F821B00-4B47-9842-AA82-DC9F5D15F086}" srcOrd="0" destOrd="0" parTransId="{266C309F-A72C-5E4B-BD0D-7454F97D08A4}" sibTransId="{B406731B-D6CA-1742-9736-78E06F7E3E25}"/>
    <dgm:cxn modelId="{92089AC2-39C6-C743-9E55-156A3A8D5F60}" type="presOf" srcId="{69CE6D43-0BA3-4444-B3A1-E6E12560FCB1}" destId="{8501FB9B-D924-1E43-A9DB-DD5CD659D49C}" srcOrd="0" destOrd="0" presId="urn:microsoft.com/office/officeart/2005/8/layout/lProcess2"/>
    <dgm:cxn modelId="{4100DFC2-8353-E54E-910A-919B14E581FD}" srcId="{74504F8A-033B-4342-B9A5-F0657A65737A}" destId="{69CE6D43-0BA3-4444-B3A1-E6E12560FCB1}" srcOrd="2" destOrd="0" parTransId="{AE5B90AA-6208-7843-A805-560891B4DB28}" sibTransId="{02D80FF7-078B-F14D-BBB5-15755FD34039}"/>
    <dgm:cxn modelId="{A2A92EC3-DAF0-8D43-B6F6-599DE0438E5E}" type="presOf" srcId="{9FE37C33-8A29-1947-B52E-D2B872D63044}" destId="{BA254506-CF16-F441-A5E7-E3A065D013D0}" srcOrd="0" destOrd="0" presId="urn:microsoft.com/office/officeart/2005/8/layout/lProcess2"/>
    <dgm:cxn modelId="{8AE886C3-D182-8E44-94D3-71BB1CA07E4B}" srcId="{49CA3E8B-6EAB-B24F-AB6A-4434201C8130}" destId="{87D2A7E7-5E6A-E840-8F30-2E77FA2CFABD}" srcOrd="1" destOrd="0" parTransId="{BB1999D1-33C7-FB40-8A6C-F00C7F874621}" sibTransId="{E6241CB3-2A13-A046-98AE-C2ED00C1EBE0}"/>
    <dgm:cxn modelId="{44D3BAC4-3589-7E47-AFA8-CF7463022BA8}" type="presOf" srcId="{11BE2541-3041-4C42-8B1C-E23EF483CB5D}" destId="{8C55800F-7805-4744-8080-94C1DA509630}" srcOrd="0" destOrd="0" presId="urn:microsoft.com/office/officeart/2005/8/layout/lProcess2"/>
    <dgm:cxn modelId="{456610C7-BEB9-5147-8CFA-01C9D6EC5331}" type="presOf" srcId="{0F821B00-4B47-9842-AA82-DC9F5D15F086}" destId="{9C6FE9CF-5D98-AB45-917E-6AC648D6F084}" srcOrd="0" destOrd="0" presId="urn:microsoft.com/office/officeart/2005/8/layout/lProcess2"/>
    <dgm:cxn modelId="{30FAC1C7-C23D-4A49-915D-C0948666E402}" type="presOf" srcId="{17DA7AD2-68C8-CE4D-B9A9-405AFEBFD690}" destId="{DB3D106A-FF2E-1945-A534-48B5F9A9D06D}" srcOrd="0" destOrd="0" presId="urn:microsoft.com/office/officeart/2005/8/layout/lProcess2"/>
    <dgm:cxn modelId="{D4F0AFCB-570C-8E4E-A2B7-70B9A2A96963}" type="presOf" srcId="{C2196762-BC9B-6846-B0AA-491DAF9FA4D7}" destId="{6D24C4F3-4C32-AD46-9A74-D2EE1E9081B8}" srcOrd="0" destOrd="0" presId="urn:microsoft.com/office/officeart/2005/8/layout/lProcess2"/>
    <dgm:cxn modelId="{992257D1-4F20-374B-9ADB-1E24FC66B5E5}" type="presOf" srcId="{87D2A7E7-5E6A-E840-8F30-2E77FA2CFABD}" destId="{CCA44F97-82F4-CC4D-84A9-63CC4DA51D7C}" srcOrd="0" destOrd="0" presId="urn:microsoft.com/office/officeart/2005/8/layout/lProcess2"/>
    <dgm:cxn modelId="{EE446FD9-8EFA-824A-88C7-22BC5A3E37CF}" type="presOf" srcId="{EF1EA4E6-BC15-5C4C-BE45-5E6C4F495EAB}" destId="{B2C2008A-392D-0444-872E-1187E298066C}" srcOrd="1" destOrd="0" presId="urn:microsoft.com/office/officeart/2005/8/layout/lProcess2"/>
    <dgm:cxn modelId="{1447CDD9-F537-1648-A6C6-C446C3C3E071}" srcId="{87D2A7E7-5E6A-E840-8F30-2E77FA2CFABD}" destId="{74720898-E82C-614A-A071-37C0465EA916}" srcOrd="0" destOrd="0" parTransId="{8BA8C2F8-3DAC-5741-934D-4C0B23268A19}" sibTransId="{2103F62A-A21C-8841-AA0A-B46B0AE35788}"/>
    <dgm:cxn modelId="{7509A7DA-399E-9148-BA01-CA21A9AA12D9}" srcId="{89843CD3-B6AE-2B48-BE40-D13C4D627E80}" destId="{90669D88-E483-9B45-A2D4-EC06457730A8}" srcOrd="2" destOrd="0" parTransId="{E2ACD1AE-EF6A-F64C-87D6-0C251A7DDFDB}" sibTransId="{EC5790AA-EDF7-D445-A352-92E3DA7EC01A}"/>
    <dgm:cxn modelId="{A8A50DF1-DB5B-3146-9767-D2D57BA537E6}" srcId="{645522E4-75C7-514F-8376-01E348878986}" destId="{63435F4A-BD5A-0B4F-97B6-B0F9167A1245}" srcOrd="0" destOrd="0" parTransId="{A2DFFD66-C615-5845-8D05-E089E7D9B815}" sibTransId="{3FC6425E-CEB9-9F41-917D-3CB45EEBCD93}"/>
    <dgm:cxn modelId="{1FB5EEF3-5BFB-0F44-9A39-2C1C1529C171}" type="presOf" srcId="{90669D88-E483-9B45-A2D4-EC06457730A8}" destId="{5A955161-AD81-0E44-8EB0-394916E71157}" srcOrd="0" destOrd="0" presId="urn:microsoft.com/office/officeart/2005/8/layout/lProcess2"/>
    <dgm:cxn modelId="{5A10B0F4-9D8F-7B4A-AB57-7C50EE7BB4C6}" srcId="{87D2A7E7-5E6A-E840-8F30-2E77FA2CFABD}" destId="{C2196762-BC9B-6846-B0AA-491DAF9FA4D7}" srcOrd="1" destOrd="0" parTransId="{3CB31AEC-1BFD-9E41-876E-DC3E4EFC60BA}" sibTransId="{43CAC0C9-8BCD-1143-9919-2A9B5AC22368}"/>
    <dgm:cxn modelId="{F5423BF6-8088-784C-B8F5-1A27E0F8F690}" type="presOf" srcId="{EF1EA4E6-BC15-5C4C-BE45-5E6C4F495EAB}" destId="{746BF117-6612-CE4A-84E6-FCC1225F3BA2}" srcOrd="0" destOrd="0" presId="urn:microsoft.com/office/officeart/2005/8/layout/lProcess2"/>
    <dgm:cxn modelId="{EA66EFFC-AE30-EF41-A690-4A0E603D9C47}" srcId="{89843CD3-B6AE-2B48-BE40-D13C4D627E80}" destId="{17DA7AD2-68C8-CE4D-B9A9-405AFEBFD690}" srcOrd="1" destOrd="0" parTransId="{5FFA160B-967E-8149-B47B-D6A8B5AF5914}" sibTransId="{4D5520FB-33D6-4E44-B194-6D7DDF71588F}"/>
    <dgm:cxn modelId="{04CC7806-7F06-6D42-B265-53565C5E39B3}" type="presParOf" srcId="{129BFA23-8450-864B-9A9E-1B0DC478EB5F}" destId="{ADFFD32C-91FE-624A-A498-8ADD02BCE9C9}" srcOrd="0" destOrd="0" presId="urn:microsoft.com/office/officeart/2005/8/layout/lProcess2"/>
    <dgm:cxn modelId="{0735ABE8-AA5B-0843-AE98-0E8EFB95868A}" type="presParOf" srcId="{ADFFD32C-91FE-624A-A498-8ADD02BCE9C9}" destId="{158E12AC-716F-A949-B050-E72104263CE4}" srcOrd="0" destOrd="0" presId="urn:microsoft.com/office/officeart/2005/8/layout/lProcess2"/>
    <dgm:cxn modelId="{DC3C85FD-4124-444E-BA7D-758019A8D1F0}" type="presParOf" srcId="{ADFFD32C-91FE-624A-A498-8ADD02BCE9C9}" destId="{58EEE64A-9B0E-0648-8731-7257CF880960}" srcOrd="1" destOrd="0" presId="urn:microsoft.com/office/officeart/2005/8/layout/lProcess2"/>
    <dgm:cxn modelId="{96DD0660-19AC-044B-8903-037899B559DC}" type="presParOf" srcId="{ADFFD32C-91FE-624A-A498-8ADD02BCE9C9}" destId="{4CF9956A-4ACC-F84D-A511-ED28B4C58BE6}" srcOrd="2" destOrd="0" presId="urn:microsoft.com/office/officeart/2005/8/layout/lProcess2"/>
    <dgm:cxn modelId="{DF4CB689-AB9F-8D40-A390-8DF125D13B41}" type="presParOf" srcId="{4CF9956A-4ACC-F84D-A511-ED28B4C58BE6}" destId="{D63D14C1-2C77-6B40-B200-4261B10C67FF}" srcOrd="0" destOrd="0" presId="urn:microsoft.com/office/officeart/2005/8/layout/lProcess2"/>
    <dgm:cxn modelId="{D35DC455-B699-2B4C-8CB3-747BBA66D3E1}" type="presParOf" srcId="{D63D14C1-2C77-6B40-B200-4261B10C67FF}" destId="{DE3F295D-3FD5-5E49-8D77-2D4421D0E21F}" srcOrd="0" destOrd="0" presId="urn:microsoft.com/office/officeart/2005/8/layout/lProcess2"/>
    <dgm:cxn modelId="{E7881BBE-1BB5-6747-90B9-18BB3DCE147B}" type="presParOf" srcId="{D63D14C1-2C77-6B40-B200-4261B10C67FF}" destId="{EA3D1ED4-7176-1142-812B-CEE85A5259AC}" srcOrd="1" destOrd="0" presId="urn:microsoft.com/office/officeart/2005/8/layout/lProcess2"/>
    <dgm:cxn modelId="{27FEBCD9-EF12-9340-B296-5372E67C5EEB}" type="presParOf" srcId="{D63D14C1-2C77-6B40-B200-4261B10C67FF}" destId="{DB3D106A-FF2E-1945-A534-48B5F9A9D06D}" srcOrd="2" destOrd="0" presId="urn:microsoft.com/office/officeart/2005/8/layout/lProcess2"/>
    <dgm:cxn modelId="{E3F6EA29-F4D6-CB42-9239-5EF108BF7E08}" type="presParOf" srcId="{D63D14C1-2C77-6B40-B200-4261B10C67FF}" destId="{A3AD3AAD-0CF6-7A4B-BEBC-3772996BBF69}" srcOrd="3" destOrd="0" presId="urn:microsoft.com/office/officeart/2005/8/layout/lProcess2"/>
    <dgm:cxn modelId="{4F069CB7-8534-F349-9F9A-28F56D023775}" type="presParOf" srcId="{D63D14C1-2C77-6B40-B200-4261B10C67FF}" destId="{5A955161-AD81-0E44-8EB0-394916E71157}" srcOrd="4" destOrd="0" presId="urn:microsoft.com/office/officeart/2005/8/layout/lProcess2"/>
    <dgm:cxn modelId="{241E46A2-4B95-0B47-9AFF-8F23A2B64494}" type="presParOf" srcId="{129BFA23-8450-864B-9A9E-1B0DC478EB5F}" destId="{41BDBF25-3810-DD4E-9442-E105C386B1E9}" srcOrd="1" destOrd="0" presId="urn:microsoft.com/office/officeart/2005/8/layout/lProcess2"/>
    <dgm:cxn modelId="{34EA6ADF-F32A-9944-AC9A-BDF7D1EF364A}" type="presParOf" srcId="{129BFA23-8450-864B-9A9E-1B0DC478EB5F}" destId="{26819F7F-DDF6-4049-87D0-749F0A539226}" srcOrd="2" destOrd="0" presId="urn:microsoft.com/office/officeart/2005/8/layout/lProcess2"/>
    <dgm:cxn modelId="{20E9BCF0-A071-D64E-8C5B-18B3C23598C3}" type="presParOf" srcId="{26819F7F-DDF6-4049-87D0-749F0A539226}" destId="{CCA44F97-82F4-CC4D-84A9-63CC4DA51D7C}" srcOrd="0" destOrd="0" presId="urn:microsoft.com/office/officeart/2005/8/layout/lProcess2"/>
    <dgm:cxn modelId="{3850F1CD-9828-A641-BDFC-33285A7C2D08}" type="presParOf" srcId="{26819F7F-DDF6-4049-87D0-749F0A539226}" destId="{FA89A412-303F-3249-B823-3A7E08BB2352}" srcOrd="1" destOrd="0" presId="urn:microsoft.com/office/officeart/2005/8/layout/lProcess2"/>
    <dgm:cxn modelId="{8D675D82-B137-FC44-B947-EF16972812D3}" type="presParOf" srcId="{26819F7F-DDF6-4049-87D0-749F0A539226}" destId="{813F8862-F275-5D48-AFAF-183890160FB7}" srcOrd="2" destOrd="0" presId="urn:microsoft.com/office/officeart/2005/8/layout/lProcess2"/>
    <dgm:cxn modelId="{72278371-DE21-5A44-A15E-77A4054FCF87}" type="presParOf" srcId="{813F8862-F275-5D48-AFAF-183890160FB7}" destId="{18A88CCD-6795-EF40-8855-8DFCB89EA47B}" srcOrd="0" destOrd="0" presId="urn:microsoft.com/office/officeart/2005/8/layout/lProcess2"/>
    <dgm:cxn modelId="{2F0AC832-9FB3-4047-BC94-B0E2F308447A}" type="presParOf" srcId="{18A88CCD-6795-EF40-8855-8DFCB89EA47B}" destId="{7B240073-55F3-1B49-9309-A2B51E99DCBE}" srcOrd="0" destOrd="0" presId="urn:microsoft.com/office/officeart/2005/8/layout/lProcess2"/>
    <dgm:cxn modelId="{2BBCF15A-B684-CE49-B31F-BC6B96AA63CC}" type="presParOf" srcId="{18A88CCD-6795-EF40-8855-8DFCB89EA47B}" destId="{4917040D-085A-1F4B-BC54-21166DA02B9B}" srcOrd="1" destOrd="0" presId="urn:microsoft.com/office/officeart/2005/8/layout/lProcess2"/>
    <dgm:cxn modelId="{97BCC743-8888-EB49-87C3-940BAE3EB39B}" type="presParOf" srcId="{18A88CCD-6795-EF40-8855-8DFCB89EA47B}" destId="{6D24C4F3-4C32-AD46-9A74-D2EE1E9081B8}" srcOrd="2" destOrd="0" presId="urn:microsoft.com/office/officeart/2005/8/layout/lProcess2"/>
    <dgm:cxn modelId="{442D2956-8A1E-754A-9312-518AE4A1F292}" type="presParOf" srcId="{18A88CCD-6795-EF40-8855-8DFCB89EA47B}" destId="{FCB48268-EE1A-5E48-B9AF-A276582F382B}" srcOrd="3" destOrd="0" presId="urn:microsoft.com/office/officeart/2005/8/layout/lProcess2"/>
    <dgm:cxn modelId="{668952D1-801F-BC4F-A82F-BCFD5237E80C}" type="presParOf" srcId="{18A88CCD-6795-EF40-8855-8DFCB89EA47B}" destId="{EF437903-E83E-9749-BF8C-767264C10015}" srcOrd="4" destOrd="0" presId="urn:microsoft.com/office/officeart/2005/8/layout/lProcess2"/>
    <dgm:cxn modelId="{0E898044-EDBD-414C-8917-37E44AF915BF}" type="presParOf" srcId="{129BFA23-8450-864B-9A9E-1B0DC478EB5F}" destId="{EDE9CC7E-6748-7A4B-9900-77C1564508D1}" srcOrd="3" destOrd="0" presId="urn:microsoft.com/office/officeart/2005/8/layout/lProcess2"/>
    <dgm:cxn modelId="{B2F88DB2-1255-EA48-A345-F8017B4B6174}" type="presParOf" srcId="{129BFA23-8450-864B-9A9E-1B0DC478EB5F}" destId="{8FC43923-2DF1-744B-A4C9-120AD31A6CD0}" srcOrd="4" destOrd="0" presId="urn:microsoft.com/office/officeart/2005/8/layout/lProcess2"/>
    <dgm:cxn modelId="{B31D012F-1719-1240-B841-07A2154797E1}" type="presParOf" srcId="{8FC43923-2DF1-744B-A4C9-120AD31A6CD0}" destId="{746BF117-6612-CE4A-84E6-FCC1225F3BA2}" srcOrd="0" destOrd="0" presId="urn:microsoft.com/office/officeart/2005/8/layout/lProcess2"/>
    <dgm:cxn modelId="{BDD09BEF-D729-3E4E-8CB1-8BB8984D483C}" type="presParOf" srcId="{8FC43923-2DF1-744B-A4C9-120AD31A6CD0}" destId="{B2C2008A-392D-0444-872E-1187E298066C}" srcOrd="1" destOrd="0" presId="urn:microsoft.com/office/officeart/2005/8/layout/lProcess2"/>
    <dgm:cxn modelId="{41F4E1A9-B546-1847-88DC-48E602665F19}" type="presParOf" srcId="{8FC43923-2DF1-744B-A4C9-120AD31A6CD0}" destId="{3407F329-5D12-8F4B-88BD-FECD8B5B778B}" srcOrd="2" destOrd="0" presId="urn:microsoft.com/office/officeart/2005/8/layout/lProcess2"/>
    <dgm:cxn modelId="{2BDB75D4-E8A2-C447-B477-2FCAB89D1B19}" type="presParOf" srcId="{3407F329-5D12-8F4B-88BD-FECD8B5B778B}" destId="{BA7A5A46-B093-6A4B-8C88-00300406BB34}" srcOrd="0" destOrd="0" presId="urn:microsoft.com/office/officeart/2005/8/layout/lProcess2"/>
    <dgm:cxn modelId="{1833AF63-19F8-B44C-A296-BB4FC4A412EA}" type="presParOf" srcId="{BA7A5A46-B093-6A4B-8C88-00300406BB34}" destId="{9BD54DDC-5C23-6841-8826-7C6BF336BF40}" srcOrd="0" destOrd="0" presId="urn:microsoft.com/office/officeart/2005/8/layout/lProcess2"/>
    <dgm:cxn modelId="{E03916E5-8401-CA42-80D4-361A8D0CEA61}" type="presParOf" srcId="{BA7A5A46-B093-6A4B-8C88-00300406BB34}" destId="{ED6FC0D0-8287-7A42-8259-497BCE200F38}" srcOrd="1" destOrd="0" presId="urn:microsoft.com/office/officeart/2005/8/layout/lProcess2"/>
    <dgm:cxn modelId="{C1D7F79C-792A-614D-9961-BD8A02C4D74D}" type="presParOf" srcId="{BA7A5A46-B093-6A4B-8C88-00300406BB34}" destId="{D6F7F7DC-D8C0-D44D-93EA-3F4F99C4D72F}" srcOrd="2" destOrd="0" presId="urn:microsoft.com/office/officeart/2005/8/layout/lProcess2"/>
    <dgm:cxn modelId="{A76C8C0D-B860-BD48-BF1C-1298E3235B38}" type="presParOf" srcId="{BA7A5A46-B093-6A4B-8C88-00300406BB34}" destId="{C82CE425-4CF3-1E4F-8640-C7EE74741B65}" srcOrd="3" destOrd="0" presId="urn:microsoft.com/office/officeart/2005/8/layout/lProcess2"/>
    <dgm:cxn modelId="{12230512-1715-E24F-9443-3748D0AB2DAE}" type="presParOf" srcId="{BA7A5A46-B093-6A4B-8C88-00300406BB34}" destId="{BA254506-CF16-F441-A5E7-E3A065D013D0}" srcOrd="4" destOrd="0" presId="urn:microsoft.com/office/officeart/2005/8/layout/lProcess2"/>
    <dgm:cxn modelId="{38C5DB09-8561-D048-A06F-096BBB2D9A1A}" type="presParOf" srcId="{129BFA23-8450-864B-9A9E-1B0DC478EB5F}" destId="{8633BE98-16DD-BA41-BA12-5CD0FDB2BE20}" srcOrd="5" destOrd="0" presId="urn:microsoft.com/office/officeart/2005/8/layout/lProcess2"/>
    <dgm:cxn modelId="{B819936B-23D7-8146-88AD-E251B6F398CE}" type="presParOf" srcId="{129BFA23-8450-864B-9A9E-1B0DC478EB5F}" destId="{A95D7F4A-13CA-C640-A206-C8E79A81D43B}" srcOrd="6" destOrd="0" presId="urn:microsoft.com/office/officeart/2005/8/layout/lProcess2"/>
    <dgm:cxn modelId="{CFA199C5-AD5B-9B4C-B770-8A2CB5994F2F}" type="presParOf" srcId="{A95D7F4A-13CA-C640-A206-C8E79A81D43B}" destId="{FC89F99D-7EA7-7A40-8561-F4E44519658B}" srcOrd="0" destOrd="0" presId="urn:microsoft.com/office/officeart/2005/8/layout/lProcess2"/>
    <dgm:cxn modelId="{ABB87D59-07DC-C64D-8F5E-E6F70486DAE7}" type="presParOf" srcId="{A95D7F4A-13CA-C640-A206-C8E79A81D43B}" destId="{0BB5368A-7AA6-724F-BCE3-76BE3A8E817F}" srcOrd="1" destOrd="0" presId="urn:microsoft.com/office/officeart/2005/8/layout/lProcess2"/>
    <dgm:cxn modelId="{36BD5C02-DBD8-1F4F-884E-FEEBE2A2E1AD}" type="presParOf" srcId="{A95D7F4A-13CA-C640-A206-C8E79A81D43B}" destId="{2F8F1207-B60C-784E-B7BB-79B3BA6D2239}" srcOrd="2" destOrd="0" presId="urn:microsoft.com/office/officeart/2005/8/layout/lProcess2"/>
    <dgm:cxn modelId="{208A6970-7A22-A244-A345-F27B641AC979}" type="presParOf" srcId="{2F8F1207-B60C-784E-B7BB-79B3BA6D2239}" destId="{A26946DB-42C8-8B49-8DBC-825547597584}" srcOrd="0" destOrd="0" presId="urn:microsoft.com/office/officeart/2005/8/layout/lProcess2"/>
    <dgm:cxn modelId="{313E5563-EEC3-7B49-99B3-1B12B8923E5D}" type="presParOf" srcId="{A26946DB-42C8-8B49-8DBC-825547597584}" destId="{9C6FE9CF-5D98-AB45-917E-6AC648D6F084}" srcOrd="0" destOrd="0" presId="urn:microsoft.com/office/officeart/2005/8/layout/lProcess2"/>
    <dgm:cxn modelId="{75DFCD26-3E38-7D4D-BAFD-1814F44AF239}" type="presParOf" srcId="{A26946DB-42C8-8B49-8DBC-825547597584}" destId="{A2E2A690-FAF7-3043-9808-3582DDA6F12C}" srcOrd="1" destOrd="0" presId="urn:microsoft.com/office/officeart/2005/8/layout/lProcess2"/>
    <dgm:cxn modelId="{7E80B71B-3A78-F446-BF32-478690F57F75}" type="presParOf" srcId="{A26946DB-42C8-8B49-8DBC-825547597584}" destId="{8C55800F-7805-4744-8080-94C1DA509630}" srcOrd="2" destOrd="0" presId="urn:microsoft.com/office/officeart/2005/8/layout/lProcess2"/>
    <dgm:cxn modelId="{B276E838-2988-CB4C-98FC-471CD201ABF7}" type="presParOf" srcId="{A26946DB-42C8-8B49-8DBC-825547597584}" destId="{3F2A33C1-C4F1-0747-BAC2-7F3BBE6CEF0E}" srcOrd="3" destOrd="0" presId="urn:microsoft.com/office/officeart/2005/8/layout/lProcess2"/>
    <dgm:cxn modelId="{0EBE8A48-E5E0-2F4E-824A-DA9C75140665}" type="presParOf" srcId="{A26946DB-42C8-8B49-8DBC-825547597584}" destId="{8501FB9B-D924-1E43-A9DB-DD5CD659D49C}" srcOrd="4" destOrd="0" presId="urn:microsoft.com/office/officeart/2005/8/layout/lProcess2"/>
    <dgm:cxn modelId="{6C4EBA5E-230C-9E44-8DDC-3D7056C3D1E5}" type="presParOf" srcId="{129BFA23-8450-864B-9A9E-1B0DC478EB5F}" destId="{0F3A05C9-3C04-864D-BD7C-A311FF22EDF6}" srcOrd="7" destOrd="0" presId="urn:microsoft.com/office/officeart/2005/8/layout/lProcess2"/>
    <dgm:cxn modelId="{643AC67B-0E76-EF47-940F-508B9311DC44}" type="presParOf" srcId="{129BFA23-8450-864B-9A9E-1B0DC478EB5F}" destId="{7D1F09C7-BA41-004F-B134-AACB3E04EF1A}" srcOrd="8" destOrd="0" presId="urn:microsoft.com/office/officeart/2005/8/layout/lProcess2"/>
    <dgm:cxn modelId="{178FE7FD-33FB-8D42-9413-13E7E024BE1C}" type="presParOf" srcId="{7D1F09C7-BA41-004F-B134-AACB3E04EF1A}" destId="{3D747F1B-0DCC-FD44-997B-06CA3EE42259}" srcOrd="0" destOrd="0" presId="urn:microsoft.com/office/officeart/2005/8/layout/lProcess2"/>
    <dgm:cxn modelId="{DE57E5F9-FC10-5843-8C02-FF77315D58AF}" type="presParOf" srcId="{7D1F09C7-BA41-004F-B134-AACB3E04EF1A}" destId="{2912141B-D982-D442-9DF9-155B45D11CB4}" srcOrd="1" destOrd="0" presId="urn:microsoft.com/office/officeart/2005/8/layout/lProcess2"/>
    <dgm:cxn modelId="{E9F77782-9813-E148-B666-9F3C718EE778}" type="presParOf" srcId="{7D1F09C7-BA41-004F-B134-AACB3E04EF1A}" destId="{7659B140-14AE-0A4A-AC0C-2BF4F3FE929B}" srcOrd="2" destOrd="0" presId="urn:microsoft.com/office/officeart/2005/8/layout/lProcess2"/>
    <dgm:cxn modelId="{AE50EC50-3073-1D4C-9C96-6DE568647A32}" type="presParOf" srcId="{7659B140-14AE-0A4A-AC0C-2BF4F3FE929B}" destId="{5A8104F7-31C1-7446-809A-DB93AAD46B84}" srcOrd="0" destOrd="0" presId="urn:microsoft.com/office/officeart/2005/8/layout/lProcess2"/>
    <dgm:cxn modelId="{9B95D742-B482-2945-A21C-39E9A92336D8}" type="presParOf" srcId="{5A8104F7-31C1-7446-809A-DB93AAD46B84}" destId="{143A6BF9-C890-EE48-911B-029742BFE37E}" srcOrd="0" destOrd="0" presId="urn:microsoft.com/office/officeart/2005/8/layout/lProcess2"/>
    <dgm:cxn modelId="{2EE9E624-8B1E-7A4E-811D-60967EDA41FA}" type="presParOf" srcId="{5A8104F7-31C1-7446-809A-DB93AAD46B84}" destId="{AB1ACBBD-8C5B-4940-8E8C-A946DC30D00C}" srcOrd="1" destOrd="0" presId="urn:microsoft.com/office/officeart/2005/8/layout/lProcess2"/>
    <dgm:cxn modelId="{FA17E17D-6D70-3C45-96C2-3E4598853137}" type="presParOf" srcId="{5A8104F7-31C1-7446-809A-DB93AAD46B84}" destId="{9C60F9C3-96B1-8C41-AC20-8E74A80F656A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4787D1-F556-B24C-A103-AC7B7FDE6DD4}" type="doc">
      <dgm:prSet loTypeId="urn:microsoft.com/office/officeart/2005/8/layout/hList1" loCatId="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9508ACE-6E1D-6B4B-8858-9AB99E95BD0F}">
      <dgm:prSet phldrT="[Text]"/>
      <dgm:spPr/>
      <dgm:t>
        <a:bodyPr/>
        <a:lstStyle/>
        <a:p>
          <a:r>
            <a:rPr lang="en-US" dirty="0"/>
            <a:t>Class Imbalance</a:t>
          </a:r>
        </a:p>
      </dgm:t>
    </dgm:pt>
    <dgm:pt modelId="{DE669637-6F5E-7D4C-8BA0-C6BD8D173D27}" type="parTrans" cxnId="{4F04D63B-A89C-E248-B607-5213521B1108}">
      <dgm:prSet/>
      <dgm:spPr/>
      <dgm:t>
        <a:bodyPr/>
        <a:lstStyle/>
        <a:p>
          <a:endParaRPr lang="en-US"/>
        </a:p>
      </dgm:t>
    </dgm:pt>
    <dgm:pt modelId="{618D7077-6F5A-6F4D-BA85-33511DA5B2B5}" type="sibTrans" cxnId="{4F04D63B-A89C-E248-B607-5213521B1108}">
      <dgm:prSet/>
      <dgm:spPr/>
      <dgm:t>
        <a:bodyPr/>
        <a:lstStyle/>
        <a:p>
          <a:endParaRPr lang="en-US"/>
        </a:p>
      </dgm:t>
    </dgm:pt>
    <dgm:pt modelId="{43F8A5F4-E8EE-C046-8FCE-D69C6CF63B4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 b="0" i="0" u="none" dirty="0"/>
            <a:t>NFR events are rare (~4%), which can cause under detection. </a:t>
          </a:r>
          <a:endParaRPr lang="en-US" dirty="0"/>
        </a:p>
      </dgm:t>
    </dgm:pt>
    <dgm:pt modelId="{2FFE2ED6-549B-7446-A2C7-2FA05C587C50}" type="parTrans" cxnId="{05F38827-134E-884B-AFC0-B10CF089F42E}">
      <dgm:prSet/>
      <dgm:spPr/>
      <dgm:t>
        <a:bodyPr/>
        <a:lstStyle/>
        <a:p>
          <a:endParaRPr lang="en-US"/>
        </a:p>
      </dgm:t>
    </dgm:pt>
    <dgm:pt modelId="{9A54F4A5-45C4-FA40-B576-1AE8C71A852F}" type="sibTrans" cxnId="{05F38827-134E-884B-AFC0-B10CF089F42E}">
      <dgm:prSet/>
      <dgm:spPr/>
      <dgm:t>
        <a:bodyPr/>
        <a:lstStyle/>
        <a:p>
          <a:endParaRPr lang="en-US"/>
        </a:p>
      </dgm:t>
    </dgm:pt>
    <dgm:pt modelId="{CAD1FAE3-C1AE-5944-8649-EDF64EDD6C07}">
      <dgm:prSet phldrT="[Text]"/>
      <dgm:spPr/>
      <dgm:t>
        <a:bodyPr/>
        <a:lstStyle/>
        <a:p>
          <a:r>
            <a:rPr lang="en-US" dirty="0"/>
            <a:t>Target Leakage</a:t>
          </a:r>
        </a:p>
      </dgm:t>
    </dgm:pt>
    <dgm:pt modelId="{1F3AAC70-AC3B-AD45-A8AE-52465C96E0EF}" type="parTrans" cxnId="{0C42C8D9-4AC8-D14E-B007-F96E04DE50E0}">
      <dgm:prSet/>
      <dgm:spPr/>
      <dgm:t>
        <a:bodyPr/>
        <a:lstStyle/>
        <a:p>
          <a:endParaRPr lang="en-US"/>
        </a:p>
      </dgm:t>
    </dgm:pt>
    <dgm:pt modelId="{B997A937-CAEE-C441-91BD-B317053A69D3}" type="sibTrans" cxnId="{0C42C8D9-4AC8-D14E-B007-F96E04DE50E0}">
      <dgm:prSet/>
      <dgm:spPr/>
      <dgm:t>
        <a:bodyPr/>
        <a:lstStyle/>
        <a:p>
          <a:endParaRPr lang="en-US"/>
        </a:p>
      </dgm:t>
    </dgm:pt>
    <dgm:pt modelId="{5FA9655D-CF8A-E549-AE7C-06602A200870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 b="0" i="0" u="none" dirty="0"/>
            <a:t>Preserve predictive integrity.</a:t>
          </a:r>
          <a:endParaRPr lang="en-US" dirty="0"/>
        </a:p>
      </dgm:t>
    </dgm:pt>
    <dgm:pt modelId="{38FEF221-49B3-A746-B826-7FA5371FF5A0}" type="parTrans" cxnId="{5636852C-B043-3A4B-971C-D807C9C94126}">
      <dgm:prSet/>
      <dgm:spPr/>
      <dgm:t>
        <a:bodyPr/>
        <a:lstStyle/>
        <a:p>
          <a:endParaRPr lang="en-US"/>
        </a:p>
      </dgm:t>
    </dgm:pt>
    <dgm:pt modelId="{7B556072-0B84-6243-A4A4-D3926E78CDAC}" type="sibTrans" cxnId="{5636852C-B043-3A4B-971C-D807C9C94126}">
      <dgm:prSet/>
      <dgm:spPr/>
      <dgm:t>
        <a:bodyPr/>
        <a:lstStyle/>
        <a:p>
          <a:endParaRPr lang="en-US"/>
        </a:p>
      </dgm:t>
    </dgm:pt>
    <dgm:pt modelId="{040A8D8D-F819-6F40-B3C3-73D50D259E23}">
      <dgm:prSet phldrT="[Text]"/>
      <dgm:spPr/>
      <dgm:t>
        <a:bodyPr/>
        <a:lstStyle/>
        <a:p>
          <a:r>
            <a:rPr lang="en-US" dirty="0"/>
            <a:t>Overfitting</a:t>
          </a:r>
        </a:p>
      </dgm:t>
    </dgm:pt>
    <dgm:pt modelId="{EBABF21C-3839-3E43-A5D3-AA63C426899E}" type="parTrans" cxnId="{6FC3CC04-29A5-BB40-A37C-49DB372E3780}">
      <dgm:prSet/>
      <dgm:spPr/>
      <dgm:t>
        <a:bodyPr/>
        <a:lstStyle/>
        <a:p>
          <a:endParaRPr lang="en-US"/>
        </a:p>
      </dgm:t>
    </dgm:pt>
    <dgm:pt modelId="{1DCE52A3-322C-4C43-8E35-5198BBAA660B}" type="sibTrans" cxnId="{6FC3CC04-29A5-BB40-A37C-49DB372E3780}">
      <dgm:prSet/>
      <dgm:spPr/>
      <dgm:t>
        <a:bodyPr/>
        <a:lstStyle/>
        <a:p>
          <a:endParaRPr lang="en-US"/>
        </a:p>
      </dgm:t>
    </dgm:pt>
    <dgm:pt modelId="{A9CEC91B-4834-A74B-BFC9-2037D4DF25B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 b="0" i="0" u="none" dirty="0"/>
            <a:t>Prevent the models from learning noise or historical artefacts.</a:t>
          </a:r>
          <a:endParaRPr lang="en-US" dirty="0"/>
        </a:p>
      </dgm:t>
    </dgm:pt>
    <dgm:pt modelId="{37081464-C9EE-3E40-BBCC-6371F5BB16C3}" type="parTrans" cxnId="{B07428A7-B722-6E42-911B-4349FAE7BCD3}">
      <dgm:prSet/>
      <dgm:spPr/>
      <dgm:t>
        <a:bodyPr/>
        <a:lstStyle/>
        <a:p>
          <a:endParaRPr lang="en-US"/>
        </a:p>
      </dgm:t>
    </dgm:pt>
    <dgm:pt modelId="{A87C498F-40DB-D941-A459-A8A3D7D33FD6}" type="sibTrans" cxnId="{B07428A7-B722-6E42-911B-4349FAE7BCD3}">
      <dgm:prSet/>
      <dgm:spPr/>
      <dgm:t>
        <a:bodyPr/>
        <a:lstStyle/>
        <a:p>
          <a:endParaRPr lang="en-US"/>
        </a:p>
      </dgm:t>
    </dgm:pt>
    <dgm:pt modelId="{83A810CB-EDFA-3B42-B3ED-063E1FD71219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 b="0" i="0" u="none" dirty="0"/>
            <a:t>Addressed through stratified sampling, class weighting, and probability threshold tuning.</a:t>
          </a:r>
          <a:endParaRPr lang="en-US" dirty="0"/>
        </a:p>
      </dgm:t>
    </dgm:pt>
    <dgm:pt modelId="{6B6083CF-6926-7645-AFC5-A7673A42D8EF}" type="parTrans" cxnId="{68E27455-2EFE-D54B-BA07-D3E99F655974}">
      <dgm:prSet/>
      <dgm:spPr/>
      <dgm:t>
        <a:bodyPr/>
        <a:lstStyle/>
        <a:p>
          <a:endParaRPr lang="en-US"/>
        </a:p>
      </dgm:t>
    </dgm:pt>
    <dgm:pt modelId="{F70536B5-D792-5F42-9275-28082571C8F9}" type="sibTrans" cxnId="{68E27455-2EFE-D54B-BA07-D3E99F655974}">
      <dgm:prSet/>
      <dgm:spPr/>
      <dgm:t>
        <a:bodyPr/>
        <a:lstStyle/>
        <a:p>
          <a:endParaRPr lang="en-US"/>
        </a:p>
      </dgm:t>
    </dgm:pt>
    <dgm:pt modelId="{952F4FFF-943C-6144-9680-A0D0FBE1B13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 b="0" i="0" u="none" dirty="0"/>
            <a:t>Ensure material risk events are prioritized within limited review capacity.</a:t>
          </a:r>
          <a:endParaRPr lang="en-US" dirty="0"/>
        </a:p>
      </dgm:t>
    </dgm:pt>
    <dgm:pt modelId="{20CEC2C6-7315-414C-9954-30F965B3B428}" type="parTrans" cxnId="{2635C4A3-7263-CB47-8B01-CD82E91F2197}">
      <dgm:prSet/>
      <dgm:spPr/>
      <dgm:t>
        <a:bodyPr/>
        <a:lstStyle/>
        <a:p>
          <a:endParaRPr lang="en-US"/>
        </a:p>
      </dgm:t>
    </dgm:pt>
    <dgm:pt modelId="{A8F82E0B-47C4-8148-8CA6-AA64BBD28BB3}" type="sibTrans" cxnId="{2635C4A3-7263-CB47-8B01-CD82E91F2197}">
      <dgm:prSet/>
      <dgm:spPr/>
      <dgm:t>
        <a:bodyPr/>
        <a:lstStyle/>
        <a:p>
          <a:endParaRPr lang="en-US"/>
        </a:p>
      </dgm:t>
    </dgm:pt>
    <dgm:pt modelId="{9A5913B2-5451-754D-99FB-25DF8C72EC7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 b="0" i="0" u="none" dirty="0"/>
            <a:t>Ensure all predictions are forward-looking and decision-relevant.</a:t>
          </a:r>
          <a:endParaRPr lang="en-US" dirty="0"/>
        </a:p>
      </dgm:t>
    </dgm:pt>
    <dgm:pt modelId="{6FE52A6F-AE7B-ED42-90D3-880A60B236E0}" type="parTrans" cxnId="{881DE458-D482-D246-ABF4-085FF0333C2B}">
      <dgm:prSet/>
      <dgm:spPr/>
      <dgm:t>
        <a:bodyPr/>
        <a:lstStyle/>
        <a:p>
          <a:endParaRPr lang="en-US"/>
        </a:p>
      </dgm:t>
    </dgm:pt>
    <dgm:pt modelId="{7E48B51E-54AF-8F45-87A5-ACA38B96549A}" type="sibTrans" cxnId="{881DE458-D482-D246-ABF4-085FF0333C2B}">
      <dgm:prSet/>
      <dgm:spPr/>
      <dgm:t>
        <a:bodyPr/>
        <a:lstStyle/>
        <a:p>
          <a:endParaRPr lang="en-US"/>
        </a:p>
      </dgm:t>
    </dgm:pt>
    <dgm:pt modelId="{BEA6172A-A1D6-5C47-A922-BC4F5A01BA7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 b="0" i="0" u="none" dirty="0"/>
            <a:t>Addressed through variables that would only be known after an event were excluded from event prediction, and event indicators were excluded from severity amount modeling.</a:t>
          </a:r>
          <a:endParaRPr lang="en-US" dirty="0"/>
        </a:p>
      </dgm:t>
    </dgm:pt>
    <dgm:pt modelId="{146EA061-14A8-B246-9EC1-0C7C4882952D}" type="parTrans" cxnId="{18882B1B-3B97-494D-A65A-515BA92F067A}">
      <dgm:prSet/>
      <dgm:spPr/>
      <dgm:t>
        <a:bodyPr/>
        <a:lstStyle/>
        <a:p>
          <a:endParaRPr lang="en-US"/>
        </a:p>
      </dgm:t>
    </dgm:pt>
    <dgm:pt modelId="{CE9437FC-8B0B-584D-BEFA-7E38857A4175}" type="sibTrans" cxnId="{18882B1B-3B97-494D-A65A-515BA92F067A}">
      <dgm:prSet/>
      <dgm:spPr/>
      <dgm:t>
        <a:bodyPr/>
        <a:lstStyle/>
        <a:p>
          <a:endParaRPr lang="en-US"/>
        </a:p>
      </dgm:t>
    </dgm:pt>
    <dgm:pt modelId="{8398C69C-FD9B-E147-8406-23E333D6780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 b="0" i="0" u="none" dirty="0"/>
            <a:t>Ensure stable performance on unseen data.</a:t>
          </a:r>
          <a:endParaRPr lang="en-US" dirty="0"/>
        </a:p>
      </dgm:t>
    </dgm:pt>
    <dgm:pt modelId="{54045369-DDFF-BF40-B5E0-62641F8153FD}" type="parTrans" cxnId="{AC7A5F2C-E4CB-1A4B-8E26-29370558CCE6}">
      <dgm:prSet/>
      <dgm:spPr/>
      <dgm:t>
        <a:bodyPr/>
        <a:lstStyle/>
        <a:p>
          <a:endParaRPr lang="en-US"/>
        </a:p>
      </dgm:t>
    </dgm:pt>
    <dgm:pt modelId="{10F945FC-8B15-3541-84FB-E6769724B095}" type="sibTrans" cxnId="{AC7A5F2C-E4CB-1A4B-8E26-29370558CCE6}">
      <dgm:prSet/>
      <dgm:spPr/>
      <dgm:t>
        <a:bodyPr/>
        <a:lstStyle/>
        <a:p>
          <a:endParaRPr lang="en-US"/>
        </a:p>
      </dgm:t>
    </dgm:pt>
    <dgm:pt modelId="{B772E6A6-DEC8-AF46-93E9-FAD4B84BA0E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PH" b="0" i="0" u="none" dirty="0"/>
            <a:t>Addressed through independent train–test evaluation, model regularization, and the use of ensemble tree-based methods.  Conservative learning behavior was applied.</a:t>
          </a:r>
          <a:endParaRPr lang="en-US" dirty="0"/>
        </a:p>
      </dgm:t>
    </dgm:pt>
    <dgm:pt modelId="{3DBF91C7-D6A6-4448-B583-1E00E40DD910}" type="parTrans" cxnId="{8D916251-6FA8-A34A-A7BD-F3C6780F06E9}">
      <dgm:prSet/>
      <dgm:spPr/>
      <dgm:t>
        <a:bodyPr/>
        <a:lstStyle/>
        <a:p>
          <a:endParaRPr lang="en-US"/>
        </a:p>
      </dgm:t>
    </dgm:pt>
    <dgm:pt modelId="{A5413BF2-E1A7-A44D-B0D3-91723E4BD988}" type="sibTrans" cxnId="{8D916251-6FA8-A34A-A7BD-F3C6780F06E9}">
      <dgm:prSet/>
      <dgm:spPr/>
      <dgm:t>
        <a:bodyPr/>
        <a:lstStyle/>
        <a:p>
          <a:endParaRPr lang="en-US"/>
        </a:p>
      </dgm:t>
    </dgm:pt>
    <dgm:pt modelId="{A453854A-EE8E-1C4C-B3C1-2E04237676F1}" type="pres">
      <dgm:prSet presAssocID="{D54787D1-F556-B24C-A103-AC7B7FDE6DD4}" presName="Name0" presStyleCnt="0">
        <dgm:presLayoutVars>
          <dgm:dir/>
          <dgm:animLvl val="lvl"/>
          <dgm:resizeHandles val="exact"/>
        </dgm:presLayoutVars>
      </dgm:prSet>
      <dgm:spPr/>
    </dgm:pt>
    <dgm:pt modelId="{05EA6AFB-E14A-EE4F-9175-F91102DA7F86}" type="pres">
      <dgm:prSet presAssocID="{29508ACE-6E1D-6B4B-8858-9AB99E95BD0F}" presName="composite" presStyleCnt="0"/>
      <dgm:spPr/>
    </dgm:pt>
    <dgm:pt modelId="{F7A09C4C-3118-DC45-B599-F81E6E99409F}" type="pres">
      <dgm:prSet presAssocID="{29508ACE-6E1D-6B4B-8858-9AB99E95BD0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58A7458-0207-1244-B7EE-16599120833E}" type="pres">
      <dgm:prSet presAssocID="{29508ACE-6E1D-6B4B-8858-9AB99E95BD0F}" presName="desTx" presStyleLbl="alignAccFollowNode1" presStyleIdx="0" presStyleCnt="3">
        <dgm:presLayoutVars>
          <dgm:bulletEnabled val="1"/>
        </dgm:presLayoutVars>
      </dgm:prSet>
      <dgm:spPr/>
    </dgm:pt>
    <dgm:pt modelId="{3D8FE4AD-E85F-6245-AF19-1CACACDCA7DB}" type="pres">
      <dgm:prSet presAssocID="{618D7077-6F5A-6F4D-BA85-33511DA5B2B5}" presName="space" presStyleCnt="0"/>
      <dgm:spPr/>
    </dgm:pt>
    <dgm:pt modelId="{44B517C6-5A5E-744C-9984-B498AAF1825E}" type="pres">
      <dgm:prSet presAssocID="{CAD1FAE3-C1AE-5944-8649-EDF64EDD6C07}" presName="composite" presStyleCnt="0"/>
      <dgm:spPr/>
    </dgm:pt>
    <dgm:pt modelId="{8431F94A-4D71-C348-B484-4E075A3B5476}" type="pres">
      <dgm:prSet presAssocID="{CAD1FAE3-C1AE-5944-8649-EDF64EDD6C0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0A914EC-06CB-714C-96B1-E4DB2DA6373E}" type="pres">
      <dgm:prSet presAssocID="{CAD1FAE3-C1AE-5944-8649-EDF64EDD6C07}" presName="desTx" presStyleLbl="alignAccFollowNode1" presStyleIdx="1" presStyleCnt="3">
        <dgm:presLayoutVars>
          <dgm:bulletEnabled val="1"/>
        </dgm:presLayoutVars>
      </dgm:prSet>
      <dgm:spPr/>
    </dgm:pt>
    <dgm:pt modelId="{4980CAFC-DB3F-FC4F-9719-936C1C369754}" type="pres">
      <dgm:prSet presAssocID="{B997A937-CAEE-C441-91BD-B317053A69D3}" presName="space" presStyleCnt="0"/>
      <dgm:spPr/>
    </dgm:pt>
    <dgm:pt modelId="{DF993949-5643-4A49-9666-D7F80FC46408}" type="pres">
      <dgm:prSet presAssocID="{040A8D8D-F819-6F40-B3C3-73D50D259E23}" presName="composite" presStyleCnt="0"/>
      <dgm:spPr/>
    </dgm:pt>
    <dgm:pt modelId="{B9969B06-6B3F-9746-8B0E-E3FA94BE7ABC}" type="pres">
      <dgm:prSet presAssocID="{040A8D8D-F819-6F40-B3C3-73D50D259E2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951AD5A-9692-E34C-B2B4-42D28B855243}" type="pres">
      <dgm:prSet presAssocID="{040A8D8D-F819-6F40-B3C3-73D50D259E2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D064602-BDC2-D140-870C-1B020B8BE8F0}" type="presOf" srcId="{BEA6172A-A1D6-5C47-A922-BC4F5A01BA74}" destId="{10A914EC-06CB-714C-96B1-E4DB2DA6373E}" srcOrd="0" destOrd="1" presId="urn:microsoft.com/office/officeart/2005/8/layout/hList1"/>
    <dgm:cxn modelId="{6FC3CC04-29A5-BB40-A37C-49DB372E3780}" srcId="{D54787D1-F556-B24C-A103-AC7B7FDE6DD4}" destId="{040A8D8D-F819-6F40-B3C3-73D50D259E23}" srcOrd="2" destOrd="0" parTransId="{EBABF21C-3839-3E43-A5D3-AA63C426899E}" sibTransId="{1DCE52A3-322C-4C43-8E35-5198BBAA660B}"/>
    <dgm:cxn modelId="{9755510F-1509-6C49-B721-152A61D98A34}" type="presOf" srcId="{8398C69C-FD9B-E147-8406-23E333D67805}" destId="{9951AD5A-9692-E34C-B2B4-42D28B855243}" srcOrd="0" destOrd="2" presId="urn:microsoft.com/office/officeart/2005/8/layout/hList1"/>
    <dgm:cxn modelId="{18882B1B-3B97-494D-A65A-515BA92F067A}" srcId="{CAD1FAE3-C1AE-5944-8649-EDF64EDD6C07}" destId="{BEA6172A-A1D6-5C47-A922-BC4F5A01BA74}" srcOrd="1" destOrd="0" parTransId="{146EA061-14A8-B246-9EC1-0C7C4882952D}" sibTransId="{CE9437FC-8B0B-584D-BEFA-7E38857A4175}"/>
    <dgm:cxn modelId="{05F38827-134E-884B-AFC0-B10CF089F42E}" srcId="{29508ACE-6E1D-6B4B-8858-9AB99E95BD0F}" destId="{43F8A5F4-E8EE-C046-8FCE-D69C6CF63B4F}" srcOrd="0" destOrd="0" parTransId="{2FFE2ED6-549B-7446-A2C7-2FA05C587C50}" sibTransId="{9A54F4A5-45C4-FA40-B576-1AE8C71A852F}"/>
    <dgm:cxn modelId="{77537928-5DD0-9541-83C3-CB1F9E46AC5E}" type="presOf" srcId="{83A810CB-EDFA-3B42-B3ED-063E1FD71219}" destId="{058A7458-0207-1244-B7EE-16599120833E}" srcOrd="0" destOrd="1" presId="urn:microsoft.com/office/officeart/2005/8/layout/hList1"/>
    <dgm:cxn modelId="{4DA18828-EDDC-9544-A9A3-4F1D4185A4A0}" type="presOf" srcId="{A9CEC91B-4834-A74B-BFC9-2037D4DF25B5}" destId="{9951AD5A-9692-E34C-B2B4-42D28B855243}" srcOrd="0" destOrd="0" presId="urn:microsoft.com/office/officeart/2005/8/layout/hList1"/>
    <dgm:cxn modelId="{AC7A5F2C-E4CB-1A4B-8E26-29370558CCE6}" srcId="{040A8D8D-F819-6F40-B3C3-73D50D259E23}" destId="{8398C69C-FD9B-E147-8406-23E333D67805}" srcOrd="2" destOrd="0" parTransId="{54045369-DDFF-BF40-B5E0-62641F8153FD}" sibTransId="{10F945FC-8B15-3541-84FB-E6769724B095}"/>
    <dgm:cxn modelId="{5636852C-B043-3A4B-971C-D807C9C94126}" srcId="{CAD1FAE3-C1AE-5944-8649-EDF64EDD6C07}" destId="{5FA9655D-CF8A-E549-AE7C-06602A200870}" srcOrd="0" destOrd="0" parTransId="{38FEF221-49B3-A746-B826-7FA5371FF5A0}" sibTransId="{7B556072-0B84-6243-A4A4-D3926E78CDAC}"/>
    <dgm:cxn modelId="{4F04D63B-A89C-E248-B607-5213521B1108}" srcId="{D54787D1-F556-B24C-A103-AC7B7FDE6DD4}" destId="{29508ACE-6E1D-6B4B-8858-9AB99E95BD0F}" srcOrd="0" destOrd="0" parTransId="{DE669637-6F5E-7D4C-8BA0-C6BD8D173D27}" sibTransId="{618D7077-6F5A-6F4D-BA85-33511DA5B2B5}"/>
    <dgm:cxn modelId="{8D916251-6FA8-A34A-A7BD-F3C6780F06E9}" srcId="{040A8D8D-F819-6F40-B3C3-73D50D259E23}" destId="{B772E6A6-DEC8-AF46-93E9-FAD4B84BA0E5}" srcOrd="1" destOrd="0" parTransId="{3DBF91C7-D6A6-4448-B583-1E00E40DD910}" sibTransId="{A5413BF2-E1A7-A44D-B0D3-91723E4BD988}"/>
    <dgm:cxn modelId="{68E27455-2EFE-D54B-BA07-D3E99F655974}" srcId="{29508ACE-6E1D-6B4B-8858-9AB99E95BD0F}" destId="{83A810CB-EDFA-3B42-B3ED-063E1FD71219}" srcOrd="1" destOrd="0" parTransId="{6B6083CF-6926-7645-AFC5-A7673A42D8EF}" sibTransId="{F70536B5-D792-5F42-9275-28082571C8F9}"/>
    <dgm:cxn modelId="{CA5EAF56-F418-E149-9DF4-1FA69A605D95}" type="presOf" srcId="{CAD1FAE3-C1AE-5944-8649-EDF64EDD6C07}" destId="{8431F94A-4D71-C348-B484-4E075A3B5476}" srcOrd="0" destOrd="0" presId="urn:microsoft.com/office/officeart/2005/8/layout/hList1"/>
    <dgm:cxn modelId="{881DE458-D482-D246-ABF4-085FF0333C2B}" srcId="{CAD1FAE3-C1AE-5944-8649-EDF64EDD6C07}" destId="{9A5913B2-5451-754D-99FB-25DF8C72EC76}" srcOrd="2" destOrd="0" parTransId="{6FE52A6F-AE7B-ED42-90D3-880A60B236E0}" sibTransId="{7E48B51E-54AF-8F45-87A5-ACA38B96549A}"/>
    <dgm:cxn modelId="{3FA0355E-A7E0-9144-AFC8-E066A254AC82}" type="presOf" srcId="{040A8D8D-F819-6F40-B3C3-73D50D259E23}" destId="{B9969B06-6B3F-9746-8B0E-E3FA94BE7ABC}" srcOrd="0" destOrd="0" presId="urn:microsoft.com/office/officeart/2005/8/layout/hList1"/>
    <dgm:cxn modelId="{E260B164-32E9-D14B-9179-33DEEE503B4C}" type="presOf" srcId="{9A5913B2-5451-754D-99FB-25DF8C72EC76}" destId="{10A914EC-06CB-714C-96B1-E4DB2DA6373E}" srcOrd="0" destOrd="2" presId="urn:microsoft.com/office/officeart/2005/8/layout/hList1"/>
    <dgm:cxn modelId="{C619376E-A136-D24C-B299-B8EF434BB192}" type="presOf" srcId="{D54787D1-F556-B24C-A103-AC7B7FDE6DD4}" destId="{A453854A-EE8E-1C4C-B3C1-2E04237676F1}" srcOrd="0" destOrd="0" presId="urn:microsoft.com/office/officeart/2005/8/layout/hList1"/>
    <dgm:cxn modelId="{C9A170A0-289B-7A48-90D8-138835AB199A}" type="presOf" srcId="{952F4FFF-943C-6144-9680-A0D0FBE1B13B}" destId="{058A7458-0207-1244-B7EE-16599120833E}" srcOrd="0" destOrd="2" presId="urn:microsoft.com/office/officeart/2005/8/layout/hList1"/>
    <dgm:cxn modelId="{2635C4A3-7263-CB47-8B01-CD82E91F2197}" srcId="{29508ACE-6E1D-6B4B-8858-9AB99E95BD0F}" destId="{952F4FFF-943C-6144-9680-A0D0FBE1B13B}" srcOrd="2" destOrd="0" parTransId="{20CEC2C6-7315-414C-9954-30F965B3B428}" sibTransId="{A8F82E0B-47C4-8148-8CA6-AA64BBD28BB3}"/>
    <dgm:cxn modelId="{B07428A7-B722-6E42-911B-4349FAE7BCD3}" srcId="{040A8D8D-F819-6F40-B3C3-73D50D259E23}" destId="{A9CEC91B-4834-A74B-BFC9-2037D4DF25B5}" srcOrd="0" destOrd="0" parTransId="{37081464-C9EE-3E40-BBCC-6371F5BB16C3}" sibTransId="{A87C498F-40DB-D941-A459-A8A3D7D33FD6}"/>
    <dgm:cxn modelId="{9E4154AF-E648-B742-8525-3BF19FA0EF35}" type="presOf" srcId="{43F8A5F4-E8EE-C046-8FCE-D69C6CF63B4F}" destId="{058A7458-0207-1244-B7EE-16599120833E}" srcOrd="0" destOrd="0" presId="urn:microsoft.com/office/officeart/2005/8/layout/hList1"/>
    <dgm:cxn modelId="{E94B4FBD-206F-D64C-9D00-EA52DC8BF396}" type="presOf" srcId="{5FA9655D-CF8A-E549-AE7C-06602A200870}" destId="{10A914EC-06CB-714C-96B1-E4DB2DA6373E}" srcOrd="0" destOrd="0" presId="urn:microsoft.com/office/officeart/2005/8/layout/hList1"/>
    <dgm:cxn modelId="{227FFDC5-605E-3248-9A83-98DD0DE3618C}" type="presOf" srcId="{29508ACE-6E1D-6B4B-8858-9AB99E95BD0F}" destId="{F7A09C4C-3118-DC45-B599-F81E6E99409F}" srcOrd="0" destOrd="0" presId="urn:microsoft.com/office/officeart/2005/8/layout/hList1"/>
    <dgm:cxn modelId="{5AFFF5C9-51B7-D04F-832C-4642F2DFB699}" type="presOf" srcId="{B772E6A6-DEC8-AF46-93E9-FAD4B84BA0E5}" destId="{9951AD5A-9692-E34C-B2B4-42D28B855243}" srcOrd="0" destOrd="1" presId="urn:microsoft.com/office/officeart/2005/8/layout/hList1"/>
    <dgm:cxn modelId="{0C42C8D9-4AC8-D14E-B007-F96E04DE50E0}" srcId="{D54787D1-F556-B24C-A103-AC7B7FDE6DD4}" destId="{CAD1FAE3-C1AE-5944-8649-EDF64EDD6C07}" srcOrd="1" destOrd="0" parTransId="{1F3AAC70-AC3B-AD45-A8AE-52465C96E0EF}" sibTransId="{B997A937-CAEE-C441-91BD-B317053A69D3}"/>
    <dgm:cxn modelId="{CF5F5133-65D2-3E44-B4B4-964989580FFE}" type="presParOf" srcId="{A453854A-EE8E-1C4C-B3C1-2E04237676F1}" destId="{05EA6AFB-E14A-EE4F-9175-F91102DA7F86}" srcOrd="0" destOrd="0" presId="urn:microsoft.com/office/officeart/2005/8/layout/hList1"/>
    <dgm:cxn modelId="{5B79BDC0-5094-9547-8E9A-8D585C298E34}" type="presParOf" srcId="{05EA6AFB-E14A-EE4F-9175-F91102DA7F86}" destId="{F7A09C4C-3118-DC45-B599-F81E6E99409F}" srcOrd="0" destOrd="0" presId="urn:microsoft.com/office/officeart/2005/8/layout/hList1"/>
    <dgm:cxn modelId="{AFFD3F4D-EC85-8048-A72D-3545623BB0E3}" type="presParOf" srcId="{05EA6AFB-E14A-EE4F-9175-F91102DA7F86}" destId="{058A7458-0207-1244-B7EE-16599120833E}" srcOrd="1" destOrd="0" presId="urn:microsoft.com/office/officeart/2005/8/layout/hList1"/>
    <dgm:cxn modelId="{82DBE36F-B55E-064A-8C3A-9CE60AC9F9A5}" type="presParOf" srcId="{A453854A-EE8E-1C4C-B3C1-2E04237676F1}" destId="{3D8FE4AD-E85F-6245-AF19-1CACACDCA7DB}" srcOrd="1" destOrd="0" presId="urn:microsoft.com/office/officeart/2005/8/layout/hList1"/>
    <dgm:cxn modelId="{E2A96163-7F92-1940-B73F-505AB8ACB46F}" type="presParOf" srcId="{A453854A-EE8E-1C4C-B3C1-2E04237676F1}" destId="{44B517C6-5A5E-744C-9984-B498AAF1825E}" srcOrd="2" destOrd="0" presId="urn:microsoft.com/office/officeart/2005/8/layout/hList1"/>
    <dgm:cxn modelId="{50B103AA-A558-EB4E-BC4B-AFEE76A926EB}" type="presParOf" srcId="{44B517C6-5A5E-744C-9984-B498AAF1825E}" destId="{8431F94A-4D71-C348-B484-4E075A3B5476}" srcOrd="0" destOrd="0" presId="urn:microsoft.com/office/officeart/2005/8/layout/hList1"/>
    <dgm:cxn modelId="{C3FB08F7-0547-4644-85E7-365CD053BE6C}" type="presParOf" srcId="{44B517C6-5A5E-744C-9984-B498AAF1825E}" destId="{10A914EC-06CB-714C-96B1-E4DB2DA6373E}" srcOrd="1" destOrd="0" presId="urn:microsoft.com/office/officeart/2005/8/layout/hList1"/>
    <dgm:cxn modelId="{A68D617E-B357-8A4C-858F-717EC21C44AF}" type="presParOf" srcId="{A453854A-EE8E-1C4C-B3C1-2E04237676F1}" destId="{4980CAFC-DB3F-FC4F-9719-936C1C369754}" srcOrd="3" destOrd="0" presId="urn:microsoft.com/office/officeart/2005/8/layout/hList1"/>
    <dgm:cxn modelId="{2F64CD6A-9B4B-0A44-8682-668AE9C29AC6}" type="presParOf" srcId="{A453854A-EE8E-1C4C-B3C1-2E04237676F1}" destId="{DF993949-5643-4A49-9666-D7F80FC46408}" srcOrd="4" destOrd="0" presId="urn:microsoft.com/office/officeart/2005/8/layout/hList1"/>
    <dgm:cxn modelId="{80B46AEB-0E81-694A-BD9A-77B7CABB8CA8}" type="presParOf" srcId="{DF993949-5643-4A49-9666-D7F80FC46408}" destId="{B9969B06-6B3F-9746-8B0E-E3FA94BE7ABC}" srcOrd="0" destOrd="0" presId="urn:microsoft.com/office/officeart/2005/8/layout/hList1"/>
    <dgm:cxn modelId="{C0A683E9-6F12-A940-9F82-EBB850660165}" type="presParOf" srcId="{DF993949-5643-4A49-9666-D7F80FC46408}" destId="{9951AD5A-9692-E34C-B2B4-42D28B85524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3D4560F-C9A8-4894-9EF5-48789254D263}" type="doc">
      <dgm:prSet loTypeId="urn:microsoft.com/office/officeart/2005/8/layout/vList5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144E69D-112D-496A-A3BF-4558609D8CE9}">
      <dgm:prSet/>
      <dgm:spPr/>
      <dgm:t>
        <a:bodyPr/>
        <a:lstStyle/>
        <a:p>
          <a:r>
            <a:rPr lang="en-PH"/>
            <a:t>UNIT_116</a:t>
          </a:r>
          <a:endParaRPr lang="en-US"/>
        </a:p>
      </dgm:t>
    </dgm:pt>
    <dgm:pt modelId="{FCDDF4E0-DAF1-46FE-A1F5-E2C7B7FE0346}" type="parTrans" cxnId="{5DFBF89A-369B-42AA-8771-75C5A987AA9A}">
      <dgm:prSet/>
      <dgm:spPr/>
      <dgm:t>
        <a:bodyPr/>
        <a:lstStyle/>
        <a:p>
          <a:endParaRPr lang="en-US"/>
        </a:p>
      </dgm:t>
    </dgm:pt>
    <dgm:pt modelId="{F2E001E7-5A52-4F3C-B708-B4F363AAB192}" type="sibTrans" cxnId="{5DFBF89A-369B-42AA-8771-75C5A987AA9A}">
      <dgm:prSet/>
      <dgm:spPr/>
      <dgm:t>
        <a:bodyPr/>
        <a:lstStyle/>
        <a:p>
          <a:endParaRPr lang="en-US"/>
        </a:p>
      </dgm:t>
    </dgm:pt>
    <dgm:pt modelId="{9594D4B8-56FD-416B-A316-50672F762918}">
      <dgm:prSet/>
      <dgm:spPr/>
      <dgm:t>
        <a:bodyPr/>
        <a:lstStyle/>
        <a:p>
          <a:r>
            <a:rPr lang="en-PH" dirty="0"/>
            <a:t>UNIT_112</a:t>
          </a:r>
          <a:endParaRPr lang="en-US" dirty="0"/>
        </a:p>
      </dgm:t>
    </dgm:pt>
    <dgm:pt modelId="{D5ADBFF4-EE14-40C8-B053-3C8CFA2BCE03}" type="parTrans" cxnId="{0C1DCC21-EC0C-46BA-BADA-FE00D52132E5}">
      <dgm:prSet/>
      <dgm:spPr/>
      <dgm:t>
        <a:bodyPr/>
        <a:lstStyle/>
        <a:p>
          <a:endParaRPr lang="en-US"/>
        </a:p>
      </dgm:t>
    </dgm:pt>
    <dgm:pt modelId="{6A8F0498-222F-4504-BAB6-30EEB84FD726}" type="sibTrans" cxnId="{0C1DCC21-EC0C-46BA-BADA-FE00D52132E5}">
      <dgm:prSet/>
      <dgm:spPr/>
      <dgm:t>
        <a:bodyPr/>
        <a:lstStyle/>
        <a:p>
          <a:endParaRPr lang="en-US"/>
        </a:p>
      </dgm:t>
    </dgm:pt>
    <dgm:pt modelId="{3F62834D-0AEA-4408-863C-23772AAE1B5F}">
      <dgm:prSet/>
      <dgm:spPr/>
      <dgm:t>
        <a:bodyPr/>
        <a:lstStyle/>
        <a:p>
          <a:r>
            <a:rPr lang="en-PH" dirty="0"/>
            <a:t>UNIT_045</a:t>
          </a:r>
          <a:endParaRPr lang="en-US" dirty="0"/>
        </a:p>
      </dgm:t>
    </dgm:pt>
    <dgm:pt modelId="{7408DCFB-2487-4609-B28F-45486888DE5B}" type="parTrans" cxnId="{9936696C-1A3A-45A4-AD7C-9021D0282E7F}">
      <dgm:prSet/>
      <dgm:spPr/>
      <dgm:t>
        <a:bodyPr/>
        <a:lstStyle/>
        <a:p>
          <a:endParaRPr lang="en-US"/>
        </a:p>
      </dgm:t>
    </dgm:pt>
    <dgm:pt modelId="{80D833CA-E94F-4E44-A07E-FBDA6AAFC478}" type="sibTrans" cxnId="{9936696C-1A3A-45A4-AD7C-9021D0282E7F}">
      <dgm:prSet/>
      <dgm:spPr/>
      <dgm:t>
        <a:bodyPr/>
        <a:lstStyle/>
        <a:p>
          <a:endParaRPr lang="en-US"/>
        </a:p>
      </dgm:t>
    </dgm:pt>
    <dgm:pt modelId="{76E598FD-0FE0-409F-8499-E1F527963055}">
      <dgm:prSet/>
      <dgm:spPr/>
      <dgm:t>
        <a:bodyPr/>
        <a:lstStyle/>
        <a:p>
          <a:r>
            <a:rPr lang="en-PH"/>
            <a:t>UNIT_098</a:t>
          </a:r>
          <a:endParaRPr lang="en-US"/>
        </a:p>
      </dgm:t>
    </dgm:pt>
    <dgm:pt modelId="{DAD73A68-0A68-49B9-B332-02F4D6CE825C}" type="parTrans" cxnId="{D21402D5-4CFD-4B5C-87B6-DA9038C36AEE}">
      <dgm:prSet/>
      <dgm:spPr/>
      <dgm:t>
        <a:bodyPr/>
        <a:lstStyle/>
        <a:p>
          <a:endParaRPr lang="en-US"/>
        </a:p>
      </dgm:t>
    </dgm:pt>
    <dgm:pt modelId="{A5B4EF73-5ACB-4A8A-A23B-F9D5FACB1C97}" type="sibTrans" cxnId="{D21402D5-4CFD-4B5C-87B6-DA9038C36AEE}">
      <dgm:prSet/>
      <dgm:spPr/>
      <dgm:t>
        <a:bodyPr/>
        <a:lstStyle/>
        <a:p>
          <a:endParaRPr lang="en-US"/>
        </a:p>
      </dgm:t>
    </dgm:pt>
    <dgm:pt modelId="{97ED93F9-8C1B-4A6D-977A-7480DC4080EB}">
      <dgm:prSet/>
      <dgm:spPr/>
      <dgm:t>
        <a:bodyPr/>
        <a:lstStyle/>
        <a:p>
          <a:r>
            <a:rPr lang="en-PH"/>
            <a:t>UNIT_070</a:t>
          </a:r>
          <a:endParaRPr lang="en-US"/>
        </a:p>
      </dgm:t>
    </dgm:pt>
    <dgm:pt modelId="{905AE587-B726-46DE-8B37-523B828009B8}" type="parTrans" cxnId="{FADB6C48-7A54-4753-AD25-5A1E15486C18}">
      <dgm:prSet/>
      <dgm:spPr/>
      <dgm:t>
        <a:bodyPr/>
        <a:lstStyle/>
        <a:p>
          <a:endParaRPr lang="en-US"/>
        </a:p>
      </dgm:t>
    </dgm:pt>
    <dgm:pt modelId="{BC842A63-6763-41CA-AF21-3858100A81D0}" type="sibTrans" cxnId="{FADB6C48-7A54-4753-AD25-5A1E15486C18}">
      <dgm:prSet/>
      <dgm:spPr/>
      <dgm:t>
        <a:bodyPr/>
        <a:lstStyle/>
        <a:p>
          <a:endParaRPr lang="en-US"/>
        </a:p>
      </dgm:t>
    </dgm:pt>
    <dgm:pt modelId="{2F90C428-BC6A-4F2D-97E7-31D29EE13164}">
      <dgm:prSet/>
      <dgm:spPr/>
      <dgm:t>
        <a:bodyPr/>
        <a:lstStyle/>
        <a:p>
          <a:r>
            <a:rPr lang="en-PH"/>
            <a:t>UNIT_051</a:t>
          </a:r>
          <a:endParaRPr lang="en-US"/>
        </a:p>
      </dgm:t>
    </dgm:pt>
    <dgm:pt modelId="{A00B105C-940D-43D8-AA4B-57BCD4BECE91}" type="parTrans" cxnId="{0DDFADAC-A12C-4794-A38C-6CD5CDB7AC43}">
      <dgm:prSet/>
      <dgm:spPr/>
      <dgm:t>
        <a:bodyPr/>
        <a:lstStyle/>
        <a:p>
          <a:endParaRPr lang="en-US"/>
        </a:p>
      </dgm:t>
    </dgm:pt>
    <dgm:pt modelId="{88C04058-6EF8-46D0-9528-369A8AFE1F24}" type="sibTrans" cxnId="{0DDFADAC-A12C-4794-A38C-6CD5CDB7AC43}">
      <dgm:prSet/>
      <dgm:spPr/>
      <dgm:t>
        <a:bodyPr/>
        <a:lstStyle/>
        <a:p>
          <a:endParaRPr lang="en-US"/>
        </a:p>
      </dgm:t>
    </dgm:pt>
    <dgm:pt modelId="{D1A02758-9D0D-43BC-9FAE-D3C62C0CF564}">
      <dgm:prSet/>
      <dgm:spPr/>
      <dgm:t>
        <a:bodyPr/>
        <a:lstStyle/>
        <a:p>
          <a:r>
            <a:rPr lang="en-PH"/>
            <a:t>UNIT_090</a:t>
          </a:r>
          <a:endParaRPr lang="en-US"/>
        </a:p>
      </dgm:t>
    </dgm:pt>
    <dgm:pt modelId="{A12ADAD9-8513-4A92-A433-67E5A08B92FD}" type="parTrans" cxnId="{7F061EFB-A2F9-4C5C-8FC0-D6187933A63A}">
      <dgm:prSet/>
      <dgm:spPr/>
      <dgm:t>
        <a:bodyPr/>
        <a:lstStyle/>
        <a:p>
          <a:endParaRPr lang="en-US"/>
        </a:p>
      </dgm:t>
    </dgm:pt>
    <dgm:pt modelId="{4FE1D196-E536-4650-AB47-675D0EBE9471}" type="sibTrans" cxnId="{7F061EFB-A2F9-4C5C-8FC0-D6187933A63A}">
      <dgm:prSet/>
      <dgm:spPr/>
      <dgm:t>
        <a:bodyPr/>
        <a:lstStyle/>
        <a:p>
          <a:endParaRPr lang="en-US"/>
        </a:p>
      </dgm:t>
    </dgm:pt>
    <dgm:pt modelId="{75AE5048-D7ED-4064-8945-0729FD4D023B}">
      <dgm:prSet/>
      <dgm:spPr/>
      <dgm:t>
        <a:bodyPr/>
        <a:lstStyle/>
        <a:p>
          <a:r>
            <a:rPr lang="en-PH"/>
            <a:t>UNIT_017</a:t>
          </a:r>
          <a:endParaRPr lang="en-US"/>
        </a:p>
      </dgm:t>
    </dgm:pt>
    <dgm:pt modelId="{3B0C23A7-D857-48ED-B2B2-1A2C96824A51}" type="parTrans" cxnId="{A3443C68-C887-46B9-B2F4-577031A49C43}">
      <dgm:prSet/>
      <dgm:spPr/>
      <dgm:t>
        <a:bodyPr/>
        <a:lstStyle/>
        <a:p>
          <a:endParaRPr lang="en-US"/>
        </a:p>
      </dgm:t>
    </dgm:pt>
    <dgm:pt modelId="{DF824D68-AE09-405E-B5D5-EEF805D18ED8}" type="sibTrans" cxnId="{A3443C68-C887-46B9-B2F4-577031A49C43}">
      <dgm:prSet/>
      <dgm:spPr/>
      <dgm:t>
        <a:bodyPr/>
        <a:lstStyle/>
        <a:p>
          <a:endParaRPr lang="en-US"/>
        </a:p>
      </dgm:t>
    </dgm:pt>
    <dgm:pt modelId="{3E9ED694-74B4-4640-8712-0F4EBBFE116D}">
      <dgm:prSet/>
      <dgm:spPr/>
      <dgm:t>
        <a:bodyPr/>
        <a:lstStyle/>
        <a:p>
          <a:r>
            <a:rPr lang="en-PH"/>
            <a:t>UNIT_032</a:t>
          </a:r>
          <a:endParaRPr lang="en-US"/>
        </a:p>
      </dgm:t>
    </dgm:pt>
    <dgm:pt modelId="{AB67E200-14ED-481D-8A6B-4BEC6DF96D6D}" type="parTrans" cxnId="{6F4A5C19-6257-4F6D-86DA-D3F852BBFD53}">
      <dgm:prSet/>
      <dgm:spPr/>
      <dgm:t>
        <a:bodyPr/>
        <a:lstStyle/>
        <a:p>
          <a:endParaRPr lang="en-US"/>
        </a:p>
      </dgm:t>
    </dgm:pt>
    <dgm:pt modelId="{842790C9-8536-415B-B262-70794DF2B50E}" type="sibTrans" cxnId="{6F4A5C19-6257-4F6D-86DA-D3F852BBFD53}">
      <dgm:prSet/>
      <dgm:spPr/>
      <dgm:t>
        <a:bodyPr/>
        <a:lstStyle/>
        <a:p>
          <a:endParaRPr lang="en-US"/>
        </a:p>
      </dgm:t>
    </dgm:pt>
    <dgm:pt modelId="{B6EA777B-89B1-4423-91FC-99266E059E82}">
      <dgm:prSet/>
      <dgm:spPr/>
      <dgm:t>
        <a:bodyPr/>
        <a:lstStyle/>
        <a:p>
          <a:r>
            <a:rPr lang="en-PH"/>
            <a:t>UNIT_103</a:t>
          </a:r>
          <a:r>
            <a:rPr lang="en-US"/>
            <a:t> </a:t>
          </a:r>
        </a:p>
      </dgm:t>
    </dgm:pt>
    <dgm:pt modelId="{3E41DAEB-3C7E-4F4E-BEE4-D8337578B3DF}" type="parTrans" cxnId="{50251441-F6B6-4697-8AB6-24CAF08BF3E5}">
      <dgm:prSet/>
      <dgm:spPr/>
      <dgm:t>
        <a:bodyPr/>
        <a:lstStyle/>
        <a:p>
          <a:endParaRPr lang="en-US"/>
        </a:p>
      </dgm:t>
    </dgm:pt>
    <dgm:pt modelId="{02A4E010-58FB-4E64-AA66-94762383D01C}" type="sibTrans" cxnId="{50251441-F6B6-4697-8AB6-24CAF08BF3E5}">
      <dgm:prSet/>
      <dgm:spPr/>
      <dgm:t>
        <a:bodyPr/>
        <a:lstStyle/>
        <a:p>
          <a:endParaRPr lang="en-US"/>
        </a:p>
      </dgm:t>
    </dgm:pt>
    <dgm:pt modelId="{873D928E-4EBD-4C49-8290-62BABED2A1D6}" type="pres">
      <dgm:prSet presAssocID="{63D4560F-C9A8-4894-9EF5-48789254D263}" presName="Name0" presStyleCnt="0">
        <dgm:presLayoutVars>
          <dgm:dir/>
          <dgm:animLvl val="lvl"/>
          <dgm:resizeHandles val="exact"/>
        </dgm:presLayoutVars>
      </dgm:prSet>
      <dgm:spPr/>
    </dgm:pt>
    <dgm:pt modelId="{E030C363-73FB-6642-9FD3-F2EACECAE8A4}" type="pres">
      <dgm:prSet presAssocID="{6144E69D-112D-496A-A3BF-4558609D8CE9}" presName="linNode" presStyleCnt="0"/>
      <dgm:spPr/>
    </dgm:pt>
    <dgm:pt modelId="{A8A3A08B-34A0-BB4D-8060-141E3C6E7669}" type="pres">
      <dgm:prSet presAssocID="{6144E69D-112D-496A-A3BF-4558609D8CE9}" presName="parentText" presStyleLbl="node1" presStyleIdx="0" presStyleCnt="10">
        <dgm:presLayoutVars>
          <dgm:chMax val="1"/>
          <dgm:bulletEnabled val="1"/>
        </dgm:presLayoutVars>
      </dgm:prSet>
      <dgm:spPr/>
    </dgm:pt>
    <dgm:pt modelId="{54167D9B-6AAE-544F-A31E-0973DA6A2F10}" type="pres">
      <dgm:prSet presAssocID="{F2E001E7-5A52-4F3C-B708-B4F363AAB192}" presName="sp" presStyleCnt="0"/>
      <dgm:spPr/>
    </dgm:pt>
    <dgm:pt modelId="{3FD4299A-00F2-0241-A83B-B69DABC9B338}" type="pres">
      <dgm:prSet presAssocID="{9594D4B8-56FD-416B-A316-50672F762918}" presName="linNode" presStyleCnt="0"/>
      <dgm:spPr/>
    </dgm:pt>
    <dgm:pt modelId="{E565738C-BD0F-144D-9236-F4D96CDAD572}" type="pres">
      <dgm:prSet presAssocID="{9594D4B8-56FD-416B-A316-50672F762918}" presName="parentText" presStyleLbl="node1" presStyleIdx="1" presStyleCnt="10">
        <dgm:presLayoutVars>
          <dgm:chMax val="1"/>
          <dgm:bulletEnabled val="1"/>
        </dgm:presLayoutVars>
      </dgm:prSet>
      <dgm:spPr/>
    </dgm:pt>
    <dgm:pt modelId="{30D6621E-E549-864D-8FA9-6ADAB96444BA}" type="pres">
      <dgm:prSet presAssocID="{6A8F0498-222F-4504-BAB6-30EEB84FD726}" presName="sp" presStyleCnt="0"/>
      <dgm:spPr/>
    </dgm:pt>
    <dgm:pt modelId="{C9D6BC63-E5BD-F449-BE06-D71BBF419A28}" type="pres">
      <dgm:prSet presAssocID="{3F62834D-0AEA-4408-863C-23772AAE1B5F}" presName="linNode" presStyleCnt="0"/>
      <dgm:spPr/>
    </dgm:pt>
    <dgm:pt modelId="{B24DC150-32B6-0A44-A0C7-CBFEBCD23734}" type="pres">
      <dgm:prSet presAssocID="{3F62834D-0AEA-4408-863C-23772AAE1B5F}" presName="parentText" presStyleLbl="node1" presStyleIdx="2" presStyleCnt="10">
        <dgm:presLayoutVars>
          <dgm:chMax val="1"/>
          <dgm:bulletEnabled val="1"/>
        </dgm:presLayoutVars>
      </dgm:prSet>
      <dgm:spPr/>
    </dgm:pt>
    <dgm:pt modelId="{87CC73DB-BD3D-024A-AFC2-9C45387FE5E1}" type="pres">
      <dgm:prSet presAssocID="{80D833CA-E94F-4E44-A07E-FBDA6AAFC478}" presName="sp" presStyleCnt="0"/>
      <dgm:spPr/>
    </dgm:pt>
    <dgm:pt modelId="{9F3C4D2B-E510-1241-840E-500A58766452}" type="pres">
      <dgm:prSet presAssocID="{76E598FD-0FE0-409F-8499-E1F527963055}" presName="linNode" presStyleCnt="0"/>
      <dgm:spPr/>
    </dgm:pt>
    <dgm:pt modelId="{DD5A24E8-4E12-B941-9A13-9E72C43F5E90}" type="pres">
      <dgm:prSet presAssocID="{76E598FD-0FE0-409F-8499-E1F527963055}" presName="parentText" presStyleLbl="node1" presStyleIdx="3" presStyleCnt="10">
        <dgm:presLayoutVars>
          <dgm:chMax val="1"/>
          <dgm:bulletEnabled val="1"/>
        </dgm:presLayoutVars>
      </dgm:prSet>
      <dgm:spPr/>
    </dgm:pt>
    <dgm:pt modelId="{E2EE170E-A82C-7E49-A72A-A80DF0815BCE}" type="pres">
      <dgm:prSet presAssocID="{A5B4EF73-5ACB-4A8A-A23B-F9D5FACB1C97}" presName="sp" presStyleCnt="0"/>
      <dgm:spPr/>
    </dgm:pt>
    <dgm:pt modelId="{E5FD8BD2-83DC-0747-A2D9-9BB187408352}" type="pres">
      <dgm:prSet presAssocID="{97ED93F9-8C1B-4A6D-977A-7480DC4080EB}" presName="linNode" presStyleCnt="0"/>
      <dgm:spPr/>
    </dgm:pt>
    <dgm:pt modelId="{CBC723A4-24E1-274A-9039-7E5C4178D73A}" type="pres">
      <dgm:prSet presAssocID="{97ED93F9-8C1B-4A6D-977A-7480DC4080EB}" presName="parentText" presStyleLbl="node1" presStyleIdx="4" presStyleCnt="10">
        <dgm:presLayoutVars>
          <dgm:chMax val="1"/>
          <dgm:bulletEnabled val="1"/>
        </dgm:presLayoutVars>
      </dgm:prSet>
      <dgm:spPr/>
    </dgm:pt>
    <dgm:pt modelId="{60568E8C-B226-6C45-ABBA-5C372B5A2004}" type="pres">
      <dgm:prSet presAssocID="{BC842A63-6763-41CA-AF21-3858100A81D0}" presName="sp" presStyleCnt="0"/>
      <dgm:spPr/>
    </dgm:pt>
    <dgm:pt modelId="{75F4E1D7-4F4F-844A-AE70-F57D08945D4D}" type="pres">
      <dgm:prSet presAssocID="{2F90C428-BC6A-4F2D-97E7-31D29EE13164}" presName="linNode" presStyleCnt="0"/>
      <dgm:spPr/>
    </dgm:pt>
    <dgm:pt modelId="{0457F756-1B13-7D4C-BDC6-4F9EA12F69E2}" type="pres">
      <dgm:prSet presAssocID="{2F90C428-BC6A-4F2D-97E7-31D29EE13164}" presName="parentText" presStyleLbl="node1" presStyleIdx="5" presStyleCnt="10">
        <dgm:presLayoutVars>
          <dgm:chMax val="1"/>
          <dgm:bulletEnabled val="1"/>
        </dgm:presLayoutVars>
      </dgm:prSet>
      <dgm:spPr/>
    </dgm:pt>
    <dgm:pt modelId="{B93803A7-B639-EB44-9B04-B328AD091012}" type="pres">
      <dgm:prSet presAssocID="{88C04058-6EF8-46D0-9528-369A8AFE1F24}" presName="sp" presStyleCnt="0"/>
      <dgm:spPr/>
    </dgm:pt>
    <dgm:pt modelId="{EC51713B-092B-484B-995B-8CE32BCEBF4D}" type="pres">
      <dgm:prSet presAssocID="{D1A02758-9D0D-43BC-9FAE-D3C62C0CF564}" presName="linNode" presStyleCnt="0"/>
      <dgm:spPr/>
    </dgm:pt>
    <dgm:pt modelId="{74889B60-7C69-F94B-9C9C-71F8805EFAC1}" type="pres">
      <dgm:prSet presAssocID="{D1A02758-9D0D-43BC-9FAE-D3C62C0CF564}" presName="parentText" presStyleLbl="node1" presStyleIdx="6" presStyleCnt="10">
        <dgm:presLayoutVars>
          <dgm:chMax val="1"/>
          <dgm:bulletEnabled val="1"/>
        </dgm:presLayoutVars>
      </dgm:prSet>
      <dgm:spPr/>
    </dgm:pt>
    <dgm:pt modelId="{A461BA4D-98B9-4C48-9119-0EF7EE1344C2}" type="pres">
      <dgm:prSet presAssocID="{4FE1D196-E536-4650-AB47-675D0EBE9471}" presName="sp" presStyleCnt="0"/>
      <dgm:spPr/>
    </dgm:pt>
    <dgm:pt modelId="{592E9C79-AA1A-E04E-8F0D-AD92C88FC585}" type="pres">
      <dgm:prSet presAssocID="{75AE5048-D7ED-4064-8945-0729FD4D023B}" presName="linNode" presStyleCnt="0"/>
      <dgm:spPr/>
    </dgm:pt>
    <dgm:pt modelId="{8B1C90CA-6F1D-CC4C-A9AB-A3ACA0D18ECC}" type="pres">
      <dgm:prSet presAssocID="{75AE5048-D7ED-4064-8945-0729FD4D023B}" presName="parentText" presStyleLbl="node1" presStyleIdx="7" presStyleCnt="10">
        <dgm:presLayoutVars>
          <dgm:chMax val="1"/>
          <dgm:bulletEnabled val="1"/>
        </dgm:presLayoutVars>
      </dgm:prSet>
      <dgm:spPr/>
    </dgm:pt>
    <dgm:pt modelId="{25F916C8-02ED-AF4A-ABB9-C167F86E96B3}" type="pres">
      <dgm:prSet presAssocID="{DF824D68-AE09-405E-B5D5-EEF805D18ED8}" presName="sp" presStyleCnt="0"/>
      <dgm:spPr/>
    </dgm:pt>
    <dgm:pt modelId="{B209184D-7A64-8D4B-95B3-3D83A3B5B761}" type="pres">
      <dgm:prSet presAssocID="{3E9ED694-74B4-4640-8712-0F4EBBFE116D}" presName="linNode" presStyleCnt="0"/>
      <dgm:spPr/>
    </dgm:pt>
    <dgm:pt modelId="{2915C420-B99C-584B-9D9F-D46E8392A31C}" type="pres">
      <dgm:prSet presAssocID="{3E9ED694-74B4-4640-8712-0F4EBBFE116D}" presName="parentText" presStyleLbl="node1" presStyleIdx="8" presStyleCnt="10">
        <dgm:presLayoutVars>
          <dgm:chMax val="1"/>
          <dgm:bulletEnabled val="1"/>
        </dgm:presLayoutVars>
      </dgm:prSet>
      <dgm:spPr/>
    </dgm:pt>
    <dgm:pt modelId="{F666B0CB-31CD-254C-8D9F-B98FB1A60FEC}" type="pres">
      <dgm:prSet presAssocID="{842790C9-8536-415B-B262-70794DF2B50E}" presName="sp" presStyleCnt="0"/>
      <dgm:spPr/>
    </dgm:pt>
    <dgm:pt modelId="{D88927D1-14C7-414A-BC81-440F7F98D469}" type="pres">
      <dgm:prSet presAssocID="{B6EA777B-89B1-4423-91FC-99266E059E82}" presName="linNode" presStyleCnt="0"/>
      <dgm:spPr/>
    </dgm:pt>
    <dgm:pt modelId="{F7800262-C01C-C24E-A5C2-A90F78E12CC0}" type="pres">
      <dgm:prSet presAssocID="{B6EA777B-89B1-4423-91FC-99266E059E82}" presName="parentText" presStyleLbl="node1" presStyleIdx="9" presStyleCnt="10">
        <dgm:presLayoutVars>
          <dgm:chMax val="1"/>
          <dgm:bulletEnabled val="1"/>
        </dgm:presLayoutVars>
      </dgm:prSet>
      <dgm:spPr/>
    </dgm:pt>
  </dgm:ptLst>
  <dgm:cxnLst>
    <dgm:cxn modelId="{6F4A5C19-6257-4F6D-86DA-D3F852BBFD53}" srcId="{63D4560F-C9A8-4894-9EF5-48789254D263}" destId="{3E9ED694-74B4-4640-8712-0F4EBBFE116D}" srcOrd="8" destOrd="0" parTransId="{AB67E200-14ED-481D-8A6B-4BEC6DF96D6D}" sibTransId="{842790C9-8536-415B-B262-70794DF2B50E}"/>
    <dgm:cxn modelId="{10EFF61C-FAA9-B349-8946-BE1CCCA4D5E9}" type="presOf" srcId="{76E598FD-0FE0-409F-8499-E1F527963055}" destId="{DD5A24E8-4E12-B941-9A13-9E72C43F5E90}" srcOrd="0" destOrd="0" presId="urn:microsoft.com/office/officeart/2005/8/layout/vList5"/>
    <dgm:cxn modelId="{0C1DCC21-EC0C-46BA-BADA-FE00D52132E5}" srcId="{63D4560F-C9A8-4894-9EF5-48789254D263}" destId="{9594D4B8-56FD-416B-A316-50672F762918}" srcOrd="1" destOrd="0" parTransId="{D5ADBFF4-EE14-40C8-B053-3C8CFA2BCE03}" sibTransId="{6A8F0498-222F-4504-BAB6-30EEB84FD726}"/>
    <dgm:cxn modelId="{EA711938-C2E4-6C48-8D9E-DE48C064461C}" type="presOf" srcId="{6144E69D-112D-496A-A3BF-4558609D8CE9}" destId="{A8A3A08B-34A0-BB4D-8060-141E3C6E7669}" srcOrd="0" destOrd="0" presId="urn:microsoft.com/office/officeart/2005/8/layout/vList5"/>
    <dgm:cxn modelId="{50251441-F6B6-4697-8AB6-24CAF08BF3E5}" srcId="{63D4560F-C9A8-4894-9EF5-48789254D263}" destId="{B6EA777B-89B1-4423-91FC-99266E059E82}" srcOrd="9" destOrd="0" parTransId="{3E41DAEB-3C7E-4F4E-BEE4-D8337578B3DF}" sibTransId="{02A4E010-58FB-4E64-AA66-94762383D01C}"/>
    <dgm:cxn modelId="{B99EFD42-BEAB-1D49-BB3B-B05A31CE2578}" type="presOf" srcId="{3F62834D-0AEA-4408-863C-23772AAE1B5F}" destId="{B24DC150-32B6-0A44-A0C7-CBFEBCD23734}" srcOrd="0" destOrd="0" presId="urn:microsoft.com/office/officeart/2005/8/layout/vList5"/>
    <dgm:cxn modelId="{87A6C345-D73C-B04D-B034-516D1509D600}" type="presOf" srcId="{2F90C428-BC6A-4F2D-97E7-31D29EE13164}" destId="{0457F756-1B13-7D4C-BDC6-4F9EA12F69E2}" srcOrd="0" destOrd="0" presId="urn:microsoft.com/office/officeart/2005/8/layout/vList5"/>
    <dgm:cxn modelId="{FADB6C48-7A54-4753-AD25-5A1E15486C18}" srcId="{63D4560F-C9A8-4894-9EF5-48789254D263}" destId="{97ED93F9-8C1B-4A6D-977A-7480DC4080EB}" srcOrd="4" destOrd="0" parTransId="{905AE587-B726-46DE-8B37-523B828009B8}" sibTransId="{BC842A63-6763-41CA-AF21-3858100A81D0}"/>
    <dgm:cxn modelId="{8AF3C651-0D0A-6E4D-945D-990D6AA73CD8}" type="presOf" srcId="{75AE5048-D7ED-4064-8945-0729FD4D023B}" destId="{8B1C90CA-6F1D-CC4C-A9AB-A3ACA0D18ECC}" srcOrd="0" destOrd="0" presId="urn:microsoft.com/office/officeart/2005/8/layout/vList5"/>
    <dgm:cxn modelId="{8C117C5C-C08C-DD48-9FE5-012C85BB1319}" type="presOf" srcId="{D1A02758-9D0D-43BC-9FAE-D3C62C0CF564}" destId="{74889B60-7C69-F94B-9C9C-71F8805EFAC1}" srcOrd="0" destOrd="0" presId="urn:microsoft.com/office/officeart/2005/8/layout/vList5"/>
    <dgm:cxn modelId="{01C3895D-E8B1-C24B-9173-5BF4BF18CE5C}" type="presOf" srcId="{9594D4B8-56FD-416B-A316-50672F762918}" destId="{E565738C-BD0F-144D-9236-F4D96CDAD572}" srcOrd="0" destOrd="0" presId="urn:microsoft.com/office/officeart/2005/8/layout/vList5"/>
    <dgm:cxn modelId="{A3443C68-C887-46B9-B2F4-577031A49C43}" srcId="{63D4560F-C9A8-4894-9EF5-48789254D263}" destId="{75AE5048-D7ED-4064-8945-0729FD4D023B}" srcOrd="7" destOrd="0" parTransId="{3B0C23A7-D857-48ED-B2B2-1A2C96824A51}" sibTransId="{DF824D68-AE09-405E-B5D5-EEF805D18ED8}"/>
    <dgm:cxn modelId="{9936696C-1A3A-45A4-AD7C-9021D0282E7F}" srcId="{63D4560F-C9A8-4894-9EF5-48789254D263}" destId="{3F62834D-0AEA-4408-863C-23772AAE1B5F}" srcOrd="2" destOrd="0" parTransId="{7408DCFB-2487-4609-B28F-45486888DE5B}" sibTransId="{80D833CA-E94F-4E44-A07E-FBDA6AAFC478}"/>
    <dgm:cxn modelId="{3B636A88-A0F4-7448-A235-08E8724FA42F}" type="presOf" srcId="{97ED93F9-8C1B-4A6D-977A-7480DC4080EB}" destId="{CBC723A4-24E1-274A-9039-7E5C4178D73A}" srcOrd="0" destOrd="0" presId="urn:microsoft.com/office/officeart/2005/8/layout/vList5"/>
    <dgm:cxn modelId="{94084892-2829-B743-9AE8-F6EC853C4D65}" type="presOf" srcId="{B6EA777B-89B1-4423-91FC-99266E059E82}" destId="{F7800262-C01C-C24E-A5C2-A90F78E12CC0}" srcOrd="0" destOrd="0" presId="urn:microsoft.com/office/officeart/2005/8/layout/vList5"/>
    <dgm:cxn modelId="{5DFBF89A-369B-42AA-8771-75C5A987AA9A}" srcId="{63D4560F-C9A8-4894-9EF5-48789254D263}" destId="{6144E69D-112D-496A-A3BF-4558609D8CE9}" srcOrd="0" destOrd="0" parTransId="{FCDDF4E0-DAF1-46FE-A1F5-E2C7B7FE0346}" sibTransId="{F2E001E7-5A52-4F3C-B708-B4F363AAB192}"/>
    <dgm:cxn modelId="{0DDFADAC-A12C-4794-A38C-6CD5CDB7AC43}" srcId="{63D4560F-C9A8-4894-9EF5-48789254D263}" destId="{2F90C428-BC6A-4F2D-97E7-31D29EE13164}" srcOrd="5" destOrd="0" parTransId="{A00B105C-940D-43D8-AA4B-57BCD4BECE91}" sibTransId="{88C04058-6EF8-46D0-9528-369A8AFE1F24}"/>
    <dgm:cxn modelId="{D21402D5-4CFD-4B5C-87B6-DA9038C36AEE}" srcId="{63D4560F-C9A8-4894-9EF5-48789254D263}" destId="{76E598FD-0FE0-409F-8499-E1F527963055}" srcOrd="3" destOrd="0" parTransId="{DAD73A68-0A68-49B9-B332-02F4D6CE825C}" sibTransId="{A5B4EF73-5ACB-4A8A-A23B-F9D5FACB1C97}"/>
    <dgm:cxn modelId="{D607E7E5-3802-2141-9FDA-D8C3DCC58F24}" type="presOf" srcId="{3E9ED694-74B4-4640-8712-0F4EBBFE116D}" destId="{2915C420-B99C-584B-9D9F-D46E8392A31C}" srcOrd="0" destOrd="0" presId="urn:microsoft.com/office/officeart/2005/8/layout/vList5"/>
    <dgm:cxn modelId="{7F061EFB-A2F9-4C5C-8FC0-D6187933A63A}" srcId="{63D4560F-C9A8-4894-9EF5-48789254D263}" destId="{D1A02758-9D0D-43BC-9FAE-D3C62C0CF564}" srcOrd="6" destOrd="0" parTransId="{A12ADAD9-8513-4A92-A433-67E5A08B92FD}" sibTransId="{4FE1D196-E536-4650-AB47-675D0EBE9471}"/>
    <dgm:cxn modelId="{D015D5FB-192E-C04C-80A1-EC191DA819F4}" type="presOf" srcId="{63D4560F-C9A8-4894-9EF5-48789254D263}" destId="{873D928E-4EBD-4C49-8290-62BABED2A1D6}" srcOrd="0" destOrd="0" presId="urn:microsoft.com/office/officeart/2005/8/layout/vList5"/>
    <dgm:cxn modelId="{330FD063-FF1A-8944-ADF6-CF1E0BAAB371}" type="presParOf" srcId="{873D928E-4EBD-4C49-8290-62BABED2A1D6}" destId="{E030C363-73FB-6642-9FD3-F2EACECAE8A4}" srcOrd="0" destOrd="0" presId="urn:microsoft.com/office/officeart/2005/8/layout/vList5"/>
    <dgm:cxn modelId="{10F9245B-B8DA-7447-9042-CC53C61B0188}" type="presParOf" srcId="{E030C363-73FB-6642-9FD3-F2EACECAE8A4}" destId="{A8A3A08B-34A0-BB4D-8060-141E3C6E7669}" srcOrd="0" destOrd="0" presId="urn:microsoft.com/office/officeart/2005/8/layout/vList5"/>
    <dgm:cxn modelId="{CDD96B3B-3D9D-434D-A77C-33A5ADFBAF96}" type="presParOf" srcId="{873D928E-4EBD-4C49-8290-62BABED2A1D6}" destId="{54167D9B-6AAE-544F-A31E-0973DA6A2F10}" srcOrd="1" destOrd="0" presId="urn:microsoft.com/office/officeart/2005/8/layout/vList5"/>
    <dgm:cxn modelId="{9BD17D41-4463-514B-BB09-761E848FB2A5}" type="presParOf" srcId="{873D928E-4EBD-4C49-8290-62BABED2A1D6}" destId="{3FD4299A-00F2-0241-A83B-B69DABC9B338}" srcOrd="2" destOrd="0" presId="urn:microsoft.com/office/officeart/2005/8/layout/vList5"/>
    <dgm:cxn modelId="{B27BE507-76BA-6E44-92E0-478914A833C8}" type="presParOf" srcId="{3FD4299A-00F2-0241-A83B-B69DABC9B338}" destId="{E565738C-BD0F-144D-9236-F4D96CDAD572}" srcOrd="0" destOrd="0" presId="urn:microsoft.com/office/officeart/2005/8/layout/vList5"/>
    <dgm:cxn modelId="{B089D234-3DB4-D54C-8ECC-5B39AF804710}" type="presParOf" srcId="{873D928E-4EBD-4C49-8290-62BABED2A1D6}" destId="{30D6621E-E549-864D-8FA9-6ADAB96444BA}" srcOrd="3" destOrd="0" presId="urn:microsoft.com/office/officeart/2005/8/layout/vList5"/>
    <dgm:cxn modelId="{E3FB1AB9-8E4D-7041-83E2-A624A7AB43E7}" type="presParOf" srcId="{873D928E-4EBD-4C49-8290-62BABED2A1D6}" destId="{C9D6BC63-E5BD-F449-BE06-D71BBF419A28}" srcOrd="4" destOrd="0" presId="urn:microsoft.com/office/officeart/2005/8/layout/vList5"/>
    <dgm:cxn modelId="{EB02FB56-1C2C-8749-894F-10134FB6FE96}" type="presParOf" srcId="{C9D6BC63-E5BD-F449-BE06-D71BBF419A28}" destId="{B24DC150-32B6-0A44-A0C7-CBFEBCD23734}" srcOrd="0" destOrd="0" presId="urn:microsoft.com/office/officeart/2005/8/layout/vList5"/>
    <dgm:cxn modelId="{66E66884-541A-7D4B-AC15-2FC7452A4275}" type="presParOf" srcId="{873D928E-4EBD-4C49-8290-62BABED2A1D6}" destId="{87CC73DB-BD3D-024A-AFC2-9C45387FE5E1}" srcOrd="5" destOrd="0" presId="urn:microsoft.com/office/officeart/2005/8/layout/vList5"/>
    <dgm:cxn modelId="{C0F91E8F-E736-1446-BF0F-5D2BB4261AEC}" type="presParOf" srcId="{873D928E-4EBD-4C49-8290-62BABED2A1D6}" destId="{9F3C4D2B-E510-1241-840E-500A58766452}" srcOrd="6" destOrd="0" presId="urn:microsoft.com/office/officeart/2005/8/layout/vList5"/>
    <dgm:cxn modelId="{66F85321-9238-2E43-8F06-50D7470E3C83}" type="presParOf" srcId="{9F3C4D2B-E510-1241-840E-500A58766452}" destId="{DD5A24E8-4E12-B941-9A13-9E72C43F5E90}" srcOrd="0" destOrd="0" presId="urn:microsoft.com/office/officeart/2005/8/layout/vList5"/>
    <dgm:cxn modelId="{C7AE624A-77FB-B646-9463-F7715DA8B6C2}" type="presParOf" srcId="{873D928E-4EBD-4C49-8290-62BABED2A1D6}" destId="{E2EE170E-A82C-7E49-A72A-A80DF0815BCE}" srcOrd="7" destOrd="0" presId="urn:microsoft.com/office/officeart/2005/8/layout/vList5"/>
    <dgm:cxn modelId="{BD1F7273-455F-6E46-B239-19769E7F2947}" type="presParOf" srcId="{873D928E-4EBD-4C49-8290-62BABED2A1D6}" destId="{E5FD8BD2-83DC-0747-A2D9-9BB187408352}" srcOrd="8" destOrd="0" presId="urn:microsoft.com/office/officeart/2005/8/layout/vList5"/>
    <dgm:cxn modelId="{213B37BF-0633-7241-A48B-8650CC3E1222}" type="presParOf" srcId="{E5FD8BD2-83DC-0747-A2D9-9BB187408352}" destId="{CBC723A4-24E1-274A-9039-7E5C4178D73A}" srcOrd="0" destOrd="0" presId="urn:microsoft.com/office/officeart/2005/8/layout/vList5"/>
    <dgm:cxn modelId="{1E836FB8-4711-4143-9A2C-73D71775DBC6}" type="presParOf" srcId="{873D928E-4EBD-4C49-8290-62BABED2A1D6}" destId="{60568E8C-B226-6C45-ABBA-5C372B5A2004}" srcOrd="9" destOrd="0" presId="urn:microsoft.com/office/officeart/2005/8/layout/vList5"/>
    <dgm:cxn modelId="{47CE3CD6-278C-624F-9680-5B88CEA288B8}" type="presParOf" srcId="{873D928E-4EBD-4C49-8290-62BABED2A1D6}" destId="{75F4E1D7-4F4F-844A-AE70-F57D08945D4D}" srcOrd="10" destOrd="0" presId="urn:microsoft.com/office/officeart/2005/8/layout/vList5"/>
    <dgm:cxn modelId="{2EA4E773-E734-3E44-ABFA-EE81EC40A780}" type="presParOf" srcId="{75F4E1D7-4F4F-844A-AE70-F57D08945D4D}" destId="{0457F756-1B13-7D4C-BDC6-4F9EA12F69E2}" srcOrd="0" destOrd="0" presId="urn:microsoft.com/office/officeart/2005/8/layout/vList5"/>
    <dgm:cxn modelId="{44FC3717-9715-804B-AFA3-F28B24BDA3EA}" type="presParOf" srcId="{873D928E-4EBD-4C49-8290-62BABED2A1D6}" destId="{B93803A7-B639-EB44-9B04-B328AD091012}" srcOrd="11" destOrd="0" presId="urn:microsoft.com/office/officeart/2005/8/layout/vList5"/>
    <dgm:cxn modelId="{935FCF74-C0EB-5F45-BBE6-7263DEF97DDC}" type="presParOf" srcId="{873D928E-4EBD-4C49-8290-62BABED2A1D6}" destId="{EC51713B-092B-484B-995B-8CE32BCEBF4D}" srcOrd="12" destOrd="0" presId="urn:microsoft.com/office/officeart/2005/8/layout/vList5"/>
    <dgm:cxn modelId="{FFF831EE-D370-4746-93CF-FF4C98513111}" type="presParOf" srcId="{EC51713B-092B-484B-995B-8CE32BCEBF4D}" destId="{74889B60-7C69-F94B-9C9C-71F8805EFAC1}" srcOrd="0" destOrd="0" presId="urn:microsoft.com/office/officeart/2005/8/layout/vList5"/>
    <dgm:cxn modelId="{536BA9B8-A7D7-AF40-98B0-F26613FD8E3C}" type="presParOf" srcId="{873D928E-4EBD-4C49-8290-62BABED2A1D6}" destId="{A461BA4D-98B9-4C48-9119-0EF7EE1344C2}" srcOrd="13" destOrd="0" presId="urn:microsoft.com/office/officeart/2005/8/layout/vList5"/>
    <dgm:cxn modelId="{44570F72-D80C-8E4D-8232-DACAF1E5786B}" type="presParOf" srcId="{873D928E-4EBD-4C49-8290-62BABED2A1D6}" destId="{592E9C79-AA1A-E04E-8F0D-AD92C88FC585}" srcOrd="14" destOrd="0" presId="urn:microsoft.com/office/officeart/2005/8/layout/vList5"/>
    <dgm:cxn modelId="{6B6C651B-ECB1-5049-B862-686A6989A01B}" type="presParOf" srcId="{592E9C79-AA1A-E04E-8F0D-AD92C88FC585}" destId="{8B1C90CA-6F1D-CC4C-A9AB-A3ACA0D18ECC}" srcOrd="0" destOrd="0" presId="urn:microsoft.com/office/officeart/2005/8/layout/vList5"/>
    <dgm:cxn modelId="{13316223-883B-024B-BF5A-741CAE519F9C}" type="presParOf" srcId="{873D928E-4EBD-4C49-8290-62BABED2A1D6}" destId="{25F916C8-02ED-AF4A-ABB9-C167F86E96B3}" srcOrd="15" destOrd="0" presId="urn:microsoft.com/office/officeart/2005/8/layout/vList5"/>
    <dgm:cxn modelId="{5A85C972-087F-5A46-AB85-93E5193FEA15}" type="presParOf" srcId="{873D928E-4EBD-4C49-8290-62BABED2A1D6}" destId="{B209184D-7A64-8D4B-95B3-3D83A3B5B761}" srcOrd="16" destOrd="0" presId="urn:microsoft.com/office/officeart/2005/8/layout/vList5"/>
    <dgm:cxn modelId="{C1C949EF-FE9F-3648-AA93-065B641A585C}" type="presParOf" srcId="{B209184D-7A64-8D4B-95B3-3D83A3B5B761}" destId="{2915C420-B99C-584B-9D9F-D46E8392A31C}" srcOrd="0" destOrd="0" presId="urn:microsoft.com/office/officeart/2005/8/layout/vList5"/>
    <dgm:cxn modelId="{0CC9C299-5FBC-9646-9B8C-75E46C50405B}" type="presParOf" srcId="{873D928E-4EBD-4C49-8290-62BABED2A1D6}" destId="{F666B0CB-31CD-254C-8D9F-B98FB1A60FEC}" srcOrd="17" destOrd="0" presId="urn:microsoft.com/office/officeart/2005/8/layout/vList5"/>
    <dgm:cxn modelId="{318F148D-E817-A245-834A-28AA077C1920}" type="presParOf" srcId="{873D928E-4EBD-4C49-8290-62BABED2A1D6}" destId="{D88927D1-14C7-414A-BC81-440F7F98D469}" srcOrd="18" destOrd="0" presId="urn:microsoft.com/office/officeart/2005/8/layout/vList5"/>
    <dgm:cxn modelId="{971C3720-2573-F84B-8CCA-5B9D73AC8710}" type="presParOf" srcId="{D88927D1-14C7-414A-BC81-440F7F98D469}" destId="{F7800262-C01C-C24E-A5C2-A90F78E12CC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CAF75DE-63C4-4048-8610-B5B6B534E2E0}" type="doc">
      <dgm:prSet loTypeId="urn:microsoft.com/office/officeart/2005/8/layout/vList3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D5F545F-01F1-E943-905F-B45905976F30}">
      <dgm:prSet phldrT="[Text]"/>
      <dgm:spPr/>
      <dgm:t>
        <a:bodyPr/>
        <a:lstStyle/>
        <a:p>
          <a:r>
            <a:rPr lang="en-PH"/>
            <a:t>AI can transform Non-Financial Risk management in banking.</a:t>
          </a:r>
          <a:endParaRPr lang="en-US" dirty="0"/>
        </a:p>
      </dgm:t>
    </dgm:pt>
    <dgm:pt modelId="{96786924-CB74-424D-AFBC-70615636921E}" type="parTrans" cxnId="{55A29FD1-E632-C34C-99CD-71CA06A168DB}">
      <dgm:prSet/>
      <dgm:spPr/>
      <dgm:t>
        <a:bodyPr/>
        <a:lstStyle/>
        <a:p>
          <a:endParaRPr lang="en-US"/>
        </a:p>
      </dgm:t>
    </dgm:pt>
    <dgm:pt modelId="{C9B70D3E-76FC-3040-A61B-85120EA5909A}" type="sibTrans" cxnId="{55A29FD1-E632-C34C-99CD-71CA06A168DB}">
      <dgm:prSet/>
      <dgm:spPr/>
      <dgm:t>
        <a:bodyPr/>
        <a:lstStyle/>
        <a:p>
          <a:endParaRPr lang="en-US"/>
        </a:p>
      </dgm:t>
    </dgm:pt>
    <dgm:pt modelId="{0AF5DBB8-0F50-7346-8B0D-4A051001435A}">
      <dgm:prSet/>
      <dgm:spPr/>
      <dgm:t>
        <a:bodyPr/>
        <a:lstStyle/>
        <a:p>
          <a:r>
            <a:rPr lang="en-PH" dirty="0"/>
            <a:t>Proactive, explainable models help predict events and avoid </a:t>
          </a:r>
          <a:r>
            <a:rPr lang="en-PH"/>
            <a:t>/ minimize losses.</a:t>
          </a:r>
          <a:endParaRPr lang="en-PH" dirty="0"/>
        </a:p>
      </dgm:t>
    </dgm:pt>
    <dgm:pt modelId="{31D8DA6A-47C6-7D47-BEBF-A3E08CF6AFD4}" type="parTrans" cxnId="{756725D5-12CD-4F4C-BD65-A5227A3BFCD3}">
      <dgm:prSet/>
      <dgm:spPr/>
      <dgm:t>
        <a:bodyPr/>
        <a:lstStyle/>
        <a:p>
          <a:endParaRPr lang="en-US"/>
        </a:p>
      </dgm:t>
    </dgm:pt>
    <dgm:pt modelId="{4310F409-FDDD-5345-9E27-A5006100D60E}" type="sibTrans" cxnId="{756725D5-12CD-4F4C-BD65-A5227A3BFCD3}">
      <dgm:prSet/>
      <dgm:spPr/>
      <dgm:t>
        <a:bodyPr/>
        <a:lstStyle/>
        <a:p>
          <a:endParaRPr lang="en-US"/>
        </a:p>
      </dgm:t>
    </dgm:pt>
    <dgm:pt modelId="{DD942C39-5DCC-A44B-9022-DCDD61F8D509}">
      <dgm:prSet/>
      <dgm:spPr/>
      <dgm:t>
        <a:bodyPr/>
        <a:lstStyle/>
        <a:p>
          <a:r>
            <a:rPr lang="en-PH"/>
            <a:t>Ongoing improvement and ethical oversight are essential for success.</a:t>
          </a:r>
          <a:endParaRPr lang="en-PH" dirty="0"/>
        </a:p>
      </dgm:t>
    </dgm:pt>
    <dgm:pt modelId="{95C9C9B9-FA09-C44F-9492-E4D2405408D8}" type="parTrans" cxnId="{B1989C94-3E48-E04C-B86B-2FB5CA55809F}">
      <dgm:prSet/>
      <dgm:spPr/>
      <dgm:t>
        <a:bodyPr/>
        <a:lstStyle/>
        <a:p>
          <a:endParaRPr lang="en-US"/>
        </a:p>
      </dgm:t>
    </dgm:pt>
    <dgm:pt modelId="{07380EB4-7F6A-3747-BBB6-F3EA89E9E930}" type="sibTrans" cxnId="{B1989C94-3E48-E04C-B86B-2FB5CA55809F}">
      <dgm:prSet/>
      <dgm:spPr/>
      <dgm:t>
        <a:bodyPr/>
        <a:lstStyle/>
        <a:p>
          <a:endParaRPr lang="en-US"/>
        </a:p>
      </dgm:t>
    </dgm:pt>
    <dgm:pt modelId="{8E77241C-0F00-434B-97B2-A47A4A1866FD}" type="pres">
      <dgm:prSet presAssocID="{6CAF75DE-63C4-4048-8610-B5B6B534E2E0}" presName="linearFlow" presStyleCnt="0">
        <dgm:presLayoutVars>
          <dgm:dir/>
          <dgm:resizeHandles val="exact"/>
        </dgm:presLayoutVars>
      </dgm:prSet>
      <dgm:spPr/>
    </dgm:pt>
    <dgm:pt modelId="{7F42DDD0-5AB0-3443-9BDC-B825149F7BC5}" type="pres">
      <dgm:prSet presAssocID="{ED5F545F-01F1-E943-905F-B45905976F30}" presName="composite" presStyleCnt="0"/>
      <dgm:spPr/>
    </dgm:pt>
    <dgm:pt modelId="{3C915724-1C38-BF44-9ED9-C8B3E1BE01CB}" type="pres">
      <dgm:prSet presAssocID="{ED5F545F-01F1-E943-905F-B45905976F30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1 with solid fill"/>
        </a:ext>
      </dgm:extLst>
    </dgm:pt>
    <dgm:pt modelId="{4EC92E32-EED3-4D41-99F3-E1FA16408E36}" type="pres">
      <dgm:prSet presAssocID="{ED5F545F-01F1-E943-905F-B45905976F30}" presName="txShp" presStyleLbl="node1" presStyleIdx="0" presStyleCnt="3">
        <dgm:presLayoutVars>
          <dgm:bulletEnabled val="1"/>
        </dgm:presLayoutVars>
      </dgm:prSet>
      <dgm:spPr/>
    </dgm:pt>
    <dgm:pt modelId="{B7A52077-FC04-B747-9D3B-5E61EC7BB802}" type="pres">
      <dgm:prSet presAssocID="{C9B70D3E-76FC-3040-A61B-85120EA5909A}" presName="spacing" presStyleCnt="0"/>
      <dgm:spPr/>
    </dgm:pt>
    <dgm:pt modelId="{E50C0E21-B14F-A240-956F-287FF03EEC67}" type="pres">
      <dgm:prSet presAssocID="{0AF5DBB8-0F50-7346-8B0D-4A051001435A}" presName="composite" presStyleCnt="0"/>
      <dgm:spPr/>
    </dgm:pt>
    <dgm:pt modelId="{FD6B89EA-93EA-1649-92D6-EC75E38A315A}" type="pres">
      <dgm:prSet presAssocID="{0AF5DBB8-0F50-7346-8B0D-4A051001435A}" presName="imgShp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with solid fill"/>
        </a:ext>
      </dgm:extLst>
    </dgm:pt>
    <dgm:pt modelId="{D57B3D33-A62A-6040-B882-9ACC48C1221E}" type="pres">
      <dgm:prSet presAssocID="{0AF5DBB8-0F50-7346-8B0D-4A051001435A}" presName="txShp" presStyleLbl="node1" presStyleIdx="1" presStyleCnt="3">
        <dgm:presLayoutVars>
          <dgm:bulletEnabled val="1"/>
        </dgm:presLayoutVars>
      </dgm:prSet>
      <dgm:spPr/>
    </dgm:pt>
    <dgm:pt modelId="{EFF55666-E056-A849-87AE-72C06963E03E}" type="pres">
      <dgm:prSet presAssocID="{4310F409-FDDD-5345-9E27-A5006100D60E}" presName="spacing" presStyleCnt="0"/>
      <dgm:spPr/>
    </dgm:pt>
    <dgm:pt modelId="{7405047D-350E-F64B-A983-5EC5BFBBC9C9}" type="pres">
      <dgm:prSet presAssocID="{DD942C39-5DCC-A44B-9022-DCDD61F8D509}" presName="composite" presStyleCnt="0"/>
      <dgm:spPr/>
    </dgm:pt>
    <dgm:pt modelId="{8F7CAB1D-5776-334E-BF40-6C1F0345AF00}" type="pres">
      <dgm:prSet presAssocID="{DD942C39-5DCC-A44B-9022-DCDD61F8D509}" presName="imgShp" presStyleLbl="fgImgPlac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3 with solid fill"/>
        </a:ext>
      </dgm:extLst>
    </dgm:pt>
    <dgm:pt modelId="{082B1197-0BC9-214D-8F27-4DBE69F227F3}" type="pres">
      <dgm:prSet presAssocID="{DD942C39-5DCC-A44B-9022-DCDD61F8D509}" presName="txShp" presStyleLbl="node1" presStyleIdx="2" presStyleCnt="3">
        <dgm:presLayoutVars>
          <dgm:bulletEnabled val="1"/>
        </dgm:presLayoutVars>
      </dgm:prSet>
      <dgm:spPr/>
    </dgm:pt>
  </dgm:ptLst>
  <dgm:cxnLst>
    <dgm:cxn modelId="{B7E69302-EEB9-574D-86CC-A63CE9E61333}" type="presOf" srcId="{DD942C39-5DCC-A44B-9022-DCDD61F8D509}" destId="{082B1197-0BC9-214D-8F27-4DBE69F227F3}" srcOrd="0" destOrd="0" presId="urn:microsoft.com/office/officeart/2005/8/layout/vList3"/>
    <dgm:cxn modelId="{BA329803-43D3-B14B-8E59-598B9A44C58D}" type="presOf" srcId="{0AF5DBB8-0F50-7346-8B0D-4A051001435A}" destId="{D57B3D33-A62A-6040-B882-9ACC48C1221E}" srcOrd="0" destOrd="0" presId="urn:microsoft.com/office/officeart/2005/8/layout/vList3"/>
    <dgm:cxn modelId="{F8CC5C91-9D9A-854C-89A6-86D883B08A4E}" type="presOf" srcId="{6CAF75DE-63C4-4048-8610-B5B6B534E2E0}" destId="{8E77241C-0F00-434B-97B2-A47A4A1866FD}" srcOrd="0" destOrd="0" presId="urn:microsoft.com/office/officeart/2005/8/layout/vList3"/>
    <dgm:cxn modelId="{B1989C94-3E48-E04C-B86B-2FB5CA55809F}" srcId="{6CAF75DE-63C4-4048-8610-B5B6B534E2E0}" destId="{DD942C39-5DCC-A44B-9022-DCDD61F8D509}" srcOrd="2" destOrd="0" parTransId="{95C9C9B9-FA09-C44F-9492-E4D2405408D8}" sibTransId="{07380EB4-7F6A-3747-BBB6-F3EA89E9E930}"/>
    <dgm:cxn modelId="{55A29FD1-E632-C34C-99CD-71CA06A168DB}" srcId="{6CAF75DE-63C4-4048-8610-B5B6B534E2E0}" destId="{ED5F545F-01F1-E943-905F-B45905976F30}" srcOrd="0" destOrd="0" parTransId="{96786924-CB74-424D-AFBC-70615636921E}" sibTransId="{C9B70D3E-76FC-3040-A61B-85120EA5909A}"/>
    <dgm:cxn modelId="{756725D5-12CD-4F4C-BD65-A5227A3BFCD3}" srcId="{6CAF75DE-63C4-4048-8610-B5B6B534E2E0}" destId="{0AF5DBB8-0F50-7346-8B0D-4A051001435A}" srcOrd="1" destOrd="0" parTransId="{31D8DA6A-47C6-7D47-BEBF-A3E08CF6AFD4}" sibTransId="{4310F409-FDDD-5345-9E27-A5006100D60E}"/>
    <dgm:cxn modelId="{C10B5BEE-37F9-024F-BFED-9F45AF65E02C}" type="presOf" srcId="{ED5F545F-01F1-E943-905F-B45905976F30}" destId="{4EC92E32-EED3-4D41-99F3-E1FA16408E36}" srcOrd="0" destOrd="0" presId="urn:microsoft.com/office/officeart/2005/8/layout/vList3"/>
    <dgm:cxn modelId="{F75DED63-0452-CE48-8A38-D4451B006FCF}" type="presParOf" srcId="{8E77241C-0F00-434B-97B2-A47A4A1866FD}" destId="{7F42DDD0-5AB0-3443-9BDC-B825149F7BC5}" srcOrd="0" destOrd="0" presId="urn:microsoft.com/office/officeart/2005/8/layout/vList3"/>
    <dgm:cxn modelId="{A022FFC8-BA57-C447-976F-BFEDE84CD109}" type="presParOf" srcId="{7F42DDD0-5AB0-3443-9BDC-B825149F7BC5}" destId="{3C915724-1C38-BF44-9ED9-C8B3E1BE01CB}" srcOrd="0" destOrd="0" presId="urn:microsoft.com/office/officeart/2005/8/layout/vList3"/>
    <dgm:cxn modelId="{E754D6B6-873F-BE4F-99CD-A3AB30B2D819}" type="presParOf" srcId="{7F42DDD0-5AB0-3443-9BDC-B825149F7BC5}" destId="{4EC92E32-EED3-4D41-99F3-E1FA16408E36}" srcOrd="1" destOrd="0" presId="urn:microsoft.com/office/officeart/2005/8/layout/vList3"/>
    <dgm:cxn modelId="{29DEF5A1-63D1-7A48-9FA3-D77D65D08AB0}" type="presParOf" srcId="{8E77241C-0F00-434B-97B2-A47A4A1866FD}" destId="{B7A52077-FC04-B747-9D3B-5E61EC7BB802}" srcOrd="1" destOrd="0" presId="urn:microsoft.com/office/officeart/2005/8/layout/vList3"/>
    <dgm:cxn modelId="{5C3A9B95-9115-A741-A59E-F2481670C024}" type="presParOf" srcId="{8E77241C-0F00-434B-97B2-A47A4A1866FD}" destId="{E50C0E21-B14F-A240-956F-287FF03EEC67}" srcOrd="2" destOrd="0" presId="urn:microsoft.com/office/officeart/2005/8/layout/vList3"/>
    <dgm:cxn modelId="{9E09BB5C-90C7-E047-8A90-BB7F2E1FEFDE}" type="presParOf" srcId="{E50C0E21-B14F-A240-956F-287FF03EEC67}" destId="{FD6B89EA-93EA-1649-92D6-EC75E38A315A}" srcOrd="0" destOrd="0" presId="urn:microsoft.com/office/officeart/2005/8/layout/vList3"/>
    <dgm:cxn modelId="{CEF39ABB-E02F-514D-8882-4F74CC1D6DB1}" type="presParOf" srcId="{E50C0E21-B14F-A240-956F-287FF03EEC67}" destId="{D57B3D33-A62A-6040-B882-9ACC48C1221E}" srcOrd="1" destOrd="0" presId="urn:microsoft.com/office/officeart/2005/8/layout/vList3"/>
    <dgm:cxn modelId="{E0D7932C-9CEF-1E4D-A68F-512CA55ECDCF}" type="presParOf" srcId="{8E77241C-0F00-434B-97B2-A47A4A1866FD}" destId="{EFF55666-E056-A849-87AE-72C06963E03E}" srcOrd="3" destOrd="0" presId="urn:microsoft.com/office/officeart/2005/8/layout/vList3"/>
    <dgm:cxn modelId="{718E141B-FB29-9E48-B75C-0C636F94CC4F}" type="presParOf" srcId="{8E77241C-0F00-434B-97B2-A47A4A1866FD}" destId="{7405047D-350E-F64B-A983-5EC5BFBBC9C9}" srcOrd="4" destOrd="0" presId="urn:microsoft.com/office/officeart/2005/8/layout/vList3"/>
    <dgm:cxn modelId="{1781B921-38D1-3749-A93F-EC4CE8F9D5F5}" type="presParOf" srcId="{7405047D-350E-F64B-A983-5EC5BFBBC9C9}" destId="{8F7CAB1D-5776-334E-BF40-6C1F0345AF00}" srcOrd="0" destOrd="0" presId="urn:microsoft.com/office/officeart/2005/8/layout/vList3"/>
    <dgm:cxn modelId="{31CC64F1-2DE9-E64C-AC78-96E0E1F7C4B9}" type="presParOf" srcId="{7405047D-350E-F64B-A983-5EC5BFBBC9C9}" destId="{082B1197-0BC9-214D-8F27-4DBE69F227F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64056-CBB0-344E-9570-FDFE5CCB017E}">
      <dsp:nvSpPr>
        <dsp:cNvPr id="0" name=""/>
        <dsp:cNvSpPr/>
      </dsp:nvSpPr>
      <dsp:spPr>
        <a:xfrm>
          <a:off x="0" y="77178"/>
          <a:ext cx="4599990" cy="89505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700" kern="1200" dirty="0"/>
            <a:t>Banks face thousands of non-financial risk events yearly: system outages, fraud, compliance breaches, vendor failure.</a:t>
          </a:r>
          <a:endParaRPr lang="en-US" sz="1700" kern="1200" dirty="0"/>
        </a:p>
      </dsp:txBody>
      <dsp:txXfrm>
        <a:off x="43693" y="120871"/>
        <a:ext cx="4512604" cy="807664"/>
      </dsp:txXfrm>
    </dsp:sp>
    <dsp:sp modelId="{455C0A44-4784-A849-91A1-89BC1B5369D9}">
      <dsp:nvSpPr>
        <dsp:cNvPr id="0" name=""/>
        <dsp:cNvSpPr/>
      </dsp:nvSpPr>
      <dsp:spPr>
        <a:xfrm>
          <a:off x="0" y="1021188"/>
          <a:ext cx="4599990" cy="89505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700" kern="1200" dirty="0"/>
            <a:t>This could lead to financial losses, customer impact, regulatory sanctions, reputational damage.</a:t>
          </a:r>
          <a:endParaRPr lang="en-US" sz="1700" kern="1200" dirty="0"/>
        </a:p>
      </dsp:txBody>
      <dsp:txXfrm>
        <a:off x="43693" y="1064881"/>
        <a:ext cx="4512604" cy="807664"/>
      </dsp:txXfrm>
    </dsp:sp>
    <dsp:sp modelId="{ED953422-0284-534C-8D4B-A1465F022F71}">
      <dsp:nvSpPr>
        <dsp:cNvPr id="0" name=""/>
        <dsp:cNvSpPr/>
      </dsp:nvSpPr>
      <dsp:spPr>
        <a:xfrm>
          <a:off x="0" y="1965198"/>
          <a:ext cx="4599990" cy="89505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700" kern="1200"/>
            <a:t>Traditional tools are backward-looking and reactive.</a:t>
          </a:r>
          <a:endParaRPr lang="en-US" sz="1700" kern="1200"/>
        </a:p>
      </dsp:txBody>
      <dsp:txXfrm>
        <a:off x="43693" y="2008891"/>
        <a:ext cx="4512604" cy="807664"/>
      </dsp:txXfrm>
    </dsp:sp>
    <dsp:sp modelId="{FACD96BC-E628-1949-8584-A6DF572D8495}">
      <dsp:nvSpPr>
        <dsp:cNvPr id="0" name=""/>
        <dsp:cNvSpPr/>
      </dsp:nvSpPr>
      <dsp:spPr>
        <a:xfrm>
          <a:off x="0" y="2909208"/>
          <a:ext cx="4599990" cy="89505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700" kern="1200" dirty="0"/>
            <a:t>There is a need for proactive and predictive risk management to prevent losses and to have more effective resource allocation.</a:t>
          </a:r>
          <a:endParaRPr lang="en-US" sz="1700" kern="1200" dirty="0"/>
        </a:p>
      </dsp:txBody>
      <dsp:txXfrm>
        <a:off x="43693" y="2952901"/>
        <a:ext cx="4512604" cy="807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0588EA-8C04-5148-A6CF-C27FD77D7A1E}">
      <dsp:nvSpPr>
        <dsp:cNvPr id="0" name=""/>
        <dsp:cNvSpPr/>
      </dsp:nvSpPr>
      <dsp:spPr>
        <a:xfrm>
          <a:off x="0" y="0"/>
          <a:ext cx="4599990" cy="9021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700" kern="1200" dirty="0"/>
            <a:t>Predict whether NFR event will occur in the next 30 days.</a:t>
          </a:r>
          <a:endParaRPr lang="en-US" sz="1700" kern="1200" dirty="0"/>
        </a:p>
      </dsp:txBody>
      <dsp:txXfrm>
        <a:off x="1010211" y="0"/>
        <a:ext cx="3589778" cy="902130"/>
      </dsp:txXfrm>
    </dsp:sp>
    <dsp:sp modelId="{981A6F36-DC82-4A48-8665-B0F3097E3A3B}">
      <dsp:nvSpPr>
        <dsp:cNvPr id="0" name=""/>
        <dsp:cNvSpPr/>
      </dsp:nvSpPr>
      <dsp:spPr>
        <a:xfrm>
          <a:off x="90213" y="90213"/>
          <a:ext cx="919998" cy="72170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4000" b="-14000"/>
          </a:stretch>
        </a:blip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D4924E3-FB86-084F-8269-BC1771713616}">
      <dsp:nvSpPr>
        <dsp:cNvPr id="0" name=""/>
        <dsp:cNvSpPr/>
      </dsp:nvSpPr>
      <dsp:spPr>
        <a:xfrm>
          <a:off x="0" y="992343"/>
          <a:ext cx="4599990" cy="9021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700" kern="1200" dirty="0"/>
            <a:t>Estimate the potential severity loss of these events.</a:t>
          </a:r>
          <a:endParaRPr lang="en-US" sz="1700" kern="1200" dirty="0"/>
        </a:p>
      </dsp:txBody>
      <dsp:txXfrm>
        <a:off x="1010211" y="992343"/>
        <a:ext cx="3589778" cy="902130"/>
      </dsp:txXfrm>
    </dsp:sp>
    <dsp:sp modelId="{ABD00928-A778-CA43-8A8C-ED1D249DF815}">
      <dsp:nvSpPr>
        <dsp:cNvPr id="0" name=""/>
        <dsp:cNvSpPr/>
      </dsp:nvSpPr>
      <dsp:spPr>
        <a:xfrm>
          <a:off x="90213" y="1082557"/>
          <a:ext cx="919998" cy="72170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4000" b="-14000"/>
          </a:stretch>
        </a:blip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9883E24-F90D-2C4E-8930-EF0DA393A136}">
      <dsp:nvSpPr>
        <dsp:cNvPr id="0" name=""/>
        <dsp:cNvSpPr/>
      </dsp:nvSpPr>
      <dsp:spPr>
        <a:xfrm>
          <a:off x="0" y="1984687"/>
          <a:ext cx="4599990" cy="9021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Prioritize mitigation and effective control design and implementation</a:t>
          </a:r>
        </a:p>
      </dsp:txBody>
      <dsp:txXfrm>
        <a:off x="1010211" y="1984687"/>
        <a:ext cx="3589778" cy="902130"/>
      </dsp:txXfrm>
    </dsp:sp>
    <dsp:sp modelId="{E647983D-CEB9-9A4C-A014-33528DC9E3C7}">
      <dsp:nvSpPr>
        <dsp:cNvPr id="0" name=""/>
        <dsp:cNvSpPr/>
      </dsp:nvSpPr>
      <dsp:spPr>
        <a:xfrm>
          <a:off x="90213" y="2074900"/>
          <a:ext cx="919998" cy="72170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4000" b="-14000"/>
          </a:stretch>
        </a:blip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7F1ECCB-2CED-134D-B151-20D76474CFFC}">
      <dsp:nvSpPr>
        <dsp:cNvPr id="0" name=""/>
        <dsp:cNvSpPr/>
      </dsp:nvSpPr>
      <dsp:spPr>
        <a:xfrm>
          <a:off x="0" y="2977031"/>
          <a:ext cx="4599990" cy="9021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700" kern="1200" dirty="0"/>
            <a:t>Explainable. Ethical. Responsible. Auditable. </a:t>
          </a:r>
          <a:endParaRPr lang="en-US" sz="1700" kern="1200" dirty="0"/>
        </a:p>
      </dsp:txBody>
      <dsp:txXfrm>
        <a:off x="1010211" y="2977031"/>
        <a:ext cx="3589778" cy="902130"/>
      </dsp:txXfrm>
    </dsp:sp>
    <dsp:sp modelId="{F77A55EA-62AB-8841-8137-EDF364BE1AB5}">
      <dsp:nvSpPr>
        <dsp:cNvPr id="0" name=""/>
        <dsp:cNvSpPr/>
      </dsp:nvSpPr>
      <dsp:spPr>
        <a:xfrm>
          <a:off x="90213" y="3067244"/>
          <a:ext cx="919998" cy="72170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t="-14000" b="-14000"/>
          </a:stretch>
        </a:blip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E12AC-716F-A949-B050-E72104263CE4}">
      <dsp:nvSpPr>
        <dsp:cNvPr id="0" name=""/>
        <dsp:cNvSpPr/>
      </dsp:nvSpPr>
      <dsp:spPr>
        <a:xfrm>
          <a:off x="5900" y="0"/>
          <a:ext cx="2070367" cy="5117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Data Collection,  Preparation, EDA</a:t>
          </a:r>
        </a:p>
      </dsp:txBody>
      <dsp:txXfrm>
        <a:off x="5900" y="0"/>
        <a:ext cx="2070367" cy="1535229"/>
      </dsp:txXfrm>
    </dsp:sp>
    <dsp:sp modelId="{DE3F295D-3FD5-5E49-8D77-2D4421D0E21F}">
      <dsp:nvSpPr>
        <dsp:cNvPr id="0" name=""/>
        <dsp:cNvSpPr/>
      </dsp:nvSpPr>
      <dsp:spPr>
        <a:xfrm>
          <a:off x="212936" y="1535666"/>
          <a:ext cx="1656294" cy="1005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Consistency checks</a:t>
          </a:r>
          <a:endParaRPr lang="en-US" sz="1400" kern="1200" dirty="0"/>
        </a:p>
      </dsp:txBody>
      <dsp:txXfrm>
        <a:off x="242382" y="1565112"/>
        <a:ext cx="1597402" cy="946478"/>
      </dsp:txXfrm>
    </dsp:sp>
    <dsp:sp modelId="{DB3D106A-FF2E-1945-A534-48B5F9A9D06D}">
      <dsp:nvSpPr>
        <dsp:cNvPr id="0" name=""/>
        <dsp:cNvSpPr/>
      </dsp:nvSpPr>
      <dsp:spPr>
        <a:xfrm>
          <a:off x="212936" y="2695709"/>
          <a:ext cx="1656294" cy="1005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Distribution and outliers</a:t>
          </a:r>
        </a:p>
      </dsp:txBody>
      <dsp:txXfrm>
        <a:off x="242382" y="2725155"/>
        <a:ext cx="1597402" cy="946478"/>
      </dsp:txXfrm>
    </dsp:sp>
    <dsp:sp modelId="{5A955161-AD81-0E44-8EB0-394916E71157}">
      <dsp:nvSpPr>
        <dsp:cNvPr id="0" name=""/>
        <dsp:cNvSpPr/>
      </dsp:nvSpPr>
      <dsp:spPr>
        <a:xfrm>
          <a:off x="212936" y="3855751"/>
          <a:ext cx="1656294" cy="1005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Correlation and relationships</a:t>
          </a:r>
        </a:p>
      </dsp:txBody>
      <dsp:txXfrm>
        <a:off x="242382" y="3885197"/>
        <a:ext cx="1597402" cy="946478"/>
      </dsp:txXfrm>
    </dsp:sp>
    <dsp:sp modelId="{CCA44F97-82F4-CC4D-84A9-63CC4DA51D7C}">
      <dsp:nvSpPr>
        <dsp:cNvPr id="0" name=""/>
        <dsp:cNvSpPr/>
      </dsp:nvSpPr>
      <dsp:spPr>
        <a:xfrm>
          <a:off x="2231545" y="0"/>
          <a:ext cx="2070367" cy="5117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Feature Engineering</a:t>
          </a:r>
        </a:p>
      </dsp:txBody>
      <dsp:txXfrm>
        <a:off x="2231545" y="0"/>
        <a:ext cx="2070367" cy="1535229"/>
      </dsp:txXfrm>
    </dsp:sp>
    <dsp:sp modelId="{7B240073-55F3-1B49-9309-A2B51E99DCBE}">
      <dsp:nvSpPr>
        <dsp:cNvPr id="0" name=""/>
        <dsp:cNvSpPr/>
      </dsp:nvSpPr>
      <dsp:spPr>
        <a:xfrm>
          <a:off x="2438581" y="1535666"/>
          <a:ext cx="1656294" cy="1005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Improve predictive performance</a:t>
          </a:r>
        </a:p>
      </dsp:txBody>
      <dsp:txXfrm>
        <a:off x="2468027" y="1565112"/>
        <a:ext cx="1597402" cy="946478"/>
      </dsp:txXfrm>
    </dsp:sp>
    <dsp:sp modelId="{6D24C4F3-4C32-AD46-9A74-D2EE1E9081B8}">
      <dsp:nvSpPr>
        <dsp:cNvPr id="0" name=""/>
        <dsp:cNvSpPr/>
      </dsp:nvSpPr>
      <dsp:spPr>
        <a:xfrm>
          <a:off x="2438581" y="2695709"/>
          <a:ext cx="1656294" cy="1005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NFR expertise and banking context</a:t>
          </a:r>
        </a:p>
      </dsp:txBody>
      <dsp:txXfrm>
        <a:off x="2468027" y="2725155"/>
        <a:ext cx="1597402" cy="946478"/>
      </dsp:txXfrm>
    </dsp:sp>
    <dsp:sp modelId="{EF437903-E83E-9749-BF8C-767264C10015}">
      <dsp:nvSpPr>
        <dsp:cNvPr id="0" name=""/>
        <dsp:cNvSpPr/>
      </dsp:nvSpPr>
      <dsp:spPr>
        <a:xfrm>
          <a:off x="2438581" y="3855751"/>
          <a:ext cx="1656294" cy="1005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Handle data limitations </a:t>
          </a:r>
        </a:p>
      </dsp:txBody>
      <dsp:txXfrm>
        <a:off x="2468027" y="3885197"/>
        <a:ext cx="1597402" cy="946478"/>
      </dsp:txXfrm>
    </dsp:sp>
    <dsp:sp modelId="{746BF117-6612-CE4A-84E6-FCC1225F3BA2}">
      <dsp:nvSpPr>
        <dsp:cNvPr id="0" name=""/>
        <dsp:cNvSpPr/>
      </dsp:nvSpPr>
      <dsp:spPr>
        <a:xfrm>
          <a:off x="4457190" y="0"/>
          <a:ext cx="2070367" cy="5117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Model Selection, Training and Evaluation</a:t>
          </a:r>
        </a:p>
      </dsp:txBody>
      <dsp:txXfrm>
        <a:off x="4457190" y="0"/>
        <a:ext cx="2070367" cy="1535229"/>
      </dsp:txXfrm>
    </dsp:sp>
    <dsp:sp modelId="{9BD54DDC-5C23-6841-8826-7C6BF336BF40}">
      <dsp:nvSpPr>
        <dsp:cNvPr id="0" name=""/>
        <dsp:cNvSpPr/>
      </dsp:nvSpPr>
      <dsp:spPr>
        <a:xfrm>
          <a:off x="4664226" y="1535666"/>
          <a:ext cx="1656294" cy="1005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Supervised learning</a:t>
          </a:r>
        </a:p>
      </dsp:txBody>
      <dsp:txXfrm>
        <a:off x="4693672" y="1565112"/>
        <a:ext cx="1597402" cy="946478"/>
      </dsp:txXfrm>
    </dsp:sp>
    <dsp:sp modelId="{D6F7F7DC-D8C0-D44D-93EA-3F4F99C4D72F}">
      <dsp:nvSpPr>
        <dsp:cNvPr id="0" name=""/>
        <dsp:cNvSpPr/>
      </dsp:nvSpPr>
      <dsp:spPr>
        <a:xfrm>
          <a:off x="4664226" y="2695709"/>
          <a:ext cx="1656294" cy="1005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Classification – prediction of event occurrence</a:t>
          </a:r>
        </a:p>
      </dsp:txBody>
      <dsp:txXfrm>
        <a:off x="4693672" y="2725155"/>
        <a:ext cx="1597402" cy="946478"/>
      </dsp:txXfrm>
    </dsp:sp>
    <dsp:sp modelId="{BA254506-CF16-F441-A5E7-E3A065D013D0}">
      <dsp:nvSpPr>
        <dsp:cNvPr id="0" name=""/>
        <dsp:cNvSpPr/>
      </dsp:nvSpPr>
      <dsp:spPr>
        <a:xfrm>
          <a:off x="4664226" y="3855751"/>
          <a:ext cx="1656294" cy="1005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Regression - potential loss amount </a:t>
          </a:r>
        </a:p>
      </dsp:txBody>
      <dsp:txXfrm>
        <a:off x="4693672" y="3885197"/>
        <a:ext cx="1597402" cy="946478"/>
      </dsp:txXfrm>
    </dsp:sp>
    <dsp:sp modelId="{FC89F99D-7EA7-7A40-8561-F4E44519658B}">
      <dsp:nvSpPr>
        <dsp:cNvPr id="0" name=""/>
        <dsp:cNvSpPr/>
      </dsp:nvSpPr>
      <dsp:spPr>
        <a:xfrm>
          <a:off x="6682835" y="0"/>
          <a:ext cx="2070367" cy="5117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Model Validation and Tuning </a:t>
          </a:r>
        </a:p>
      </dsp:txBody>
      <dsp:txXfrm>
        <a:off x="6682835" y="0"/>
        <a:ext cx="2070367" cy="1535229"/>
      </dsp:txXfrm>
    </dsp:sp>
    <dsp:sp modelId="{9C6FE9CF-5D98-AB45-917E-6AC648D6F084}">
      <dsp:nvSpPr>
        <dsp:cNvPr id="0" name=""/>
        <dsp:cNvSpPr/>
      </dsp:nvSpPr>
      <dsp:spPr>
        <a:xfrm>
          <a:off x="6889872" y="1535666"/>
          <a:ext cx="1656294" cy="1005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Explainability</a:t>
          </a:r>
        </a:p>
      </dsp:txBody>
      <dsp:txXfrm>
        <a:off x="6919318" y="1565112"/>
        <a:ext cx="1597402" cy="946478"/>
      </dsp:txXfrm>
    </dsp:sp>
    <dsp:sp modelId="{8C55800F-7805-4744-8080-94C1DA509630}">
      <dsp:nvSpPr>
        <dsp:cNvPr id="0" name=""/>
        <dsp:cNvSpPr/>
      </dsp:nvSpPr>
      <dsp:spPr>
        <a:xfrm>
          <a:off x="6889872" y="2695709"/>
          <a:ext cx="1656294" cy="1005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Address limitations - Imbalance, Leakage, Overfitting</a:t>
          </a:r>
        </a:p>
      </dsp:txBody>
      <dsp:txXfrm>
        <a:off x="6919318" y="2725155"/>
        <a:ext cx="1597402" cy="946478"/>
      </dsp:txXfrm>
    </dsp:sp>
    <dsp:sp modelId="{8501FB9B-D924-1E43-A9DB-DD5CD659D49C}">
      <dsp:nvSpPr>
        <dsp:cNvPr id="0" name=""/>
        <dsp:cNvSpPr/>
      </dsp:nvSpPr>
      <dsp:spPr>
        <a:xfrm>
          <a:off x="6889872" y="3855751"/>
          <a:ext cx="1656294" cy="1005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Optimize</a:t>
          </a:r>
        </a:p>
      </dsp:txBody>
      <dsp:txXfrm>
        <a:off x="6919318" y="3885197"/>
        <a:ext cx="1597402" cy="946478"/>
      </dsp:txXfrm>
    </dsp:sp>
    <dsp:sp modelId="{3D747F1B-0DCC-FD44-997B-06CA3EE42259}">
      <dsp:nvSpPr>
        <dsp:cNvPr id="0" name=""/>
        <dsp:cNvSpPr/>
      </dsp:nvSpPr>
      <dsp:spPr>
        <a:xfrm>
          <a:off x="8908480" y="0"/>
          <a:ext cx="2070367" cy="5117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Model Deployment and Monitoring</a:t>
          </a:r>
        </a:p>
      </dsp:txBody>
      <dsp:txXfrm>
        <a:off x="8908480" y="0"/>
        <a:ext cx="2070367" cy="1535229"/>
      </dsp:txXfrm>
    </dsp:sp>
    <dsp:sp modelId="{143A6BF9-C890-EE48-911B-029742BFE37E}">
      <dsp:nvSpPr>
        <dsp:cNvPr id="0" name=""/>
        <dsp:cNvSpPr/>
      </dsp:nvSpPr>
      <dsp:spPr>
        <a:xfrm>
          <a:off x="9115517" y="1536728"/>
          <a:ext cx="1656294" cy="1542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Deploy as decision support</a:t>
          </a:r>
        </a:p>
      </dsp:txBody>
      <dsp:txXfrm>
        <a:off x="9160709" y="1581920"/>
        <a:ext cx="1565910" cy="1452591"/>
      </dsp:txXfrm>
    </dsp:sp>
    <dsp:sp modelId="{9C60F9C3-96B1-8C41-AC20-8E74A80F656A}">
      <dsp:nvSpPr>
        <dsp:cNvPr id="0" name=""/>
        <dsp:cNvSpPr/>
      </dsp:nvSpPr>
      <dsp:spPr>
        <a:xfrm>
          <a:off x="9115517" y="3317084"/>
          <a:ext cx="1656294" cy="1542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Continuously monitor</a:t>
          </a:r>
        </a:p>
      </dsp:txBody>
      <dsp:txXfrm>
        <a:off x="9160709" y="3362276"/>
        <a:ext cx="1565910" cy="14525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A09C4C-3118-DC45-B599-F81E6E99409F}">
      <dsp:nvSpPr>
        <dsp:cNvPr id="0" name=""/>
        <dsp:cNvSpPr/>
      </dsp:nvSpPr>
      <dsp:spPr>
        <a:xfrm>
          <a:off x="3005" y="63487"/>
          <a:ext cx="2930524" cy="4896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Class Imbalance</a:t>
          </a:r>
        </a:p>
      </dsp:txBody>
      <dsp:txXfrm>
        <a:off x="3005" y="63487"/>
        <a:ext cx="2930524" cy="489600"/>
      </dsp:txXfrm>
    </dsp:sp>
    <dsp:sp modelId="{058A7458-0207-1244-B7EE-16599120833E}">
      <dsp:nvSpPr>
        <dsp:cNvPr id="0" name=""/>
        <dsp:cNvSpPr/>
      </dsp:nvSpPr>
      <dsp:spPr>
        <a:xfrm>
          <a:off x="3005" y="553087"/>
          <a:ext cx="2930524" cy="347690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1700" b="0" i="0" u="none" kern="1200" dirty="0"/>
            <a:t>NFR events are rare (~4%), which can cause under detection. 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1700" b="0" i="0" u="none" kern="1200" dirty="0"/>
            <a:t>Addressed through stratified sampling, class weighting, and probability threshold tuning.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1700" b="0" i="0" u="none" kern="1200" dirty="0"/>
            <a:t>Ensure material risk events are prioritized within limited review capacity.</a:t>
          </a:r>
          <a:endParaRPr lang="en-US" sz="1700" kern="1200" dirty="0"/>
        </a:p>
      </dsp:txBody>
      <dsp:txXfrm>
        <a:off x="3005" y="553087"/>
        <a:ext cx="2930524" cy="3476907"/>
      </dsp:txXfrm>
    </dsp:sp>
    <dsp:sp modelId="{8431F94A-4D71-C348-B484-4E075A3B5476}">
      <dsp:nvSpPr>
        <dsp:cNvPr id="0" name=""/>
        <dsp:cNvSpPr/>
      </dsp:nvSpPr>
      <dsp:spPr>
        <a:xfrm>
          <a:off x="3343804" y="63487"/>
          <a:ext cx="2930524" cy="4896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Target Leakage</a:t>
          </a:r>
        </a:p>
      </dsp:txBody>
      <dsp:txXfrm>
        <a:off x="3343804" y="63487"/>
        <a:ext cx="2930524" cy="489600"/>
      </dsp:txXfrm>
    </dsp:sp>
    <dsp:sp modelId="{10A914EC-06CB-714C-96B1-E4DB2DA6373E}">
      <dsp:nvSpPr>
        <dsp:cNvPr id="0" name=""/>
        <dsp:cNvSpPr/>
      </dsp:nvSpPr>
      <dsp:spPr>
        <a:xfrm>
          <a:off x="3343804" y="553087"/>
          <a:ext cx="2930524" cy="347690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1700" b="0" i="0" u="none" kern="1200" dirty="0"/>
            <a:t>Preserve predictive integrity.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1700" b="0" i="0" u="none" kern="1200" dirty="0"/>
            <a:t>Addressed through variables that would only be known after an event were excluded from event prediction, and event indicators were excluded from severity amount modeling.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1700" b="0" i="0" u="none" kern="1200" dirty="0"/>
            <a:t>Ensure all predictions are forward-looking and decision-relevant.</a:t>
          </a:r>
          <a:endParaRPr lang="en-US" sz="1700" kern="1200" dirty="0"/>
        </a:p>
      </dsp:txBody>
      <dsp:txXfrm>
        <a:off x="3343804" y="553087"/>
        <a:ext cx="2930524" cy="3476907"/>
      </dsp:txXfrm>
    </dsp:sp>
    <dsp:sp modelId="{B9969B06-6B3F-9746-8B0E-E3FA94BE7ABC}">
      <dsp:nvSpPr>
        <dsp:cNvPr id="0" name=""/>
        <dsp:cNvSpPr/>
      </dsp:nvSpPr>
      <dsp:spPr>
        <a:xfrm>
          <a:off x="6684602" y="63487"/>
          <a:ext cx="2930524" cy="4896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Overfitting</a:t>
          </a:r>
        </a:p>
      </dsp:txBody>
      <dsp:txXfrm>
        <a:off x="6684602" y="63487"/>
        <a:ext cx="2930524" cy="489600"/>
      </dsp:txXfrm>
    </dsp:sp>
    <dsp:sp modelId="{9951AD5A-9692-E34C-B2B4-42D28B855243}">
      <dsp:nvSpPr>
        <dsp:cNvPr id="0" name=""/>
        <dsp:cNvSpPr/>
      </dsp:nvSpPr>
      <dsp:spPr>
        <a:xfrm>
          <a:off x="6684602" y="553087"/>
          <a:ext cx="2930524" cy="347690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1700" b="0" i="0" u="none" kern="1200" dirty="0"/>
            <a:t>Prevent the models from learning noise or historical artefacts.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1700" b="0" i="0" u="none" kern="1200" dirty="0"/>
            <a:t>Addressed through independent train–test evaluation, model regularization, and the use of ensemble tree-based methods.  Conservative learning behavior was applied.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PH" sz="1700" b="0" i="0" u="none" kern="1200" dirty="0"/>
            <a:t>Ensure stable performance on unseen data.</a:t>
          </a:r>
          <a:endParaRPr lang="en-US" sz="1700" kern="1200" dirty="0"/>
        </a:p>
      </dsp:txBody>
      <dsp:txXfrm>
        <a:off x="6684602" y="553087"/>
        <a:ext cx="2930524" cy="34769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A3A08B-34A0-BB4D-8060-141E3C6E7669}">
      <dsp:nvSpPr>
        <dsp:cNvPr id="0" name=""/>
        <dsp:cNvSpPr/>
      </dsp:nvSpPr>
      <dsp:spPr>
        <a:xfrm>
          <a:off x="1492530" y="2286"/>
          <a:ext cx="1679096" cy="37099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kern="1200"/>
            <a:t>UNIT_116</a:t>
          </a:r>
          <a:endParaRPr lang="en-US" sz="1900" kern="1200"/>
        </a:p>
      </dsp:txBody>
      <dsp:txXfrm>
        <a:off x="1510640" y="20396"/>
        <a:ext cx="1642876" cy="334771"/>
      </dsp:txXfrm>
    </dsp:sp>
    <dsp:sp modelId="{E565738C-BD0F-144D-9236-F4D96CDAD572}">
      <dsp:nvSpPr>
        <dsp:cNvPr id="0" name=""/>
        <dsp:cNvSpPr/>
      </dsp:nvSpPr>
      <dsp:spPr>
        <a:xfrm>
          <a:off x="1492530" y="391827"/>
          <a:ext cx="1679096" cy="370991"/>
        </a:xfrm>
        <a:prstGeom prst="roundRect">
          <a:avLst/>
        </a:prstGeom>
        <a:gradFill rotWithShape="0">
          <a:gsLst>
            <a:gs pos="0">
              <a:schemeClr val="accent5">
                <a:hueOff val="277251"/>
                <a:satOff val="-5610"/>
                <a:lumOff val="174"/>
                <a:alphaOff val="0"/>
                <a:tint val="96000"/>
                <a:lumMod val="100000"/>
              </a:schemeClr>
            </a:gs>
            <a:gs pos="78000">
              <a:schemeClr val="accent5">
                <a:hueOff val="277251"/>
                <a:satOff val="-5610"/>
                <a:lumOff val="17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kern="1200" dirty="0"/>
            <a:t>UNIT_112</a:t>
          </a:r>
          <a:endParaRPr lang="en-US" sz="1900" kern="1200" dirty="0"/>
        </a:p>
      </dsp:txBody>
      <dsp:txXfrm>
        <a:off x="1510640" y="409937"/>
        <a:ext cx="1642876" cy="334771"/>
      </dsp:txXfrm>
    </dsp:sp>
    <dsp:sp modelId="{B24DC150-32B6-0A44-A0C7-CBFEBCD23734}">
      <dsp:nvSpPr>
        <dsp:cNvPr id="0" name=""/>
        <dsp:cNvSpPr/>
      </dsp:nvSpPr>
      <dsp:spPr>
        <a:xfrm>
          <a:off x="1492530" y="781368"/>
          <a:ext cx="1679096" cy="370991"/>
        </a:xfrm>
        <a:prstGeom prst="roundRect">
          <a:avLst/>
        </a:prstGeom>
        <a:gradFill rotWithShape="0">
          <a:gsLst>
            <a:gs pos="0">
              <a:schemeClr val="accent5">
                <a:hueOff val="554502"/>
                <a:satOff val="-11220"/>
                <a:lumOff val="349"/>
                <a:alphaOff val="0"/>
                <a:tint val="96000"/>
                <a:lumMod val="100000"/>
              </a:schemeClr>
            </a:gs>
            <a:gs pos="78000">
              <a:schemeClr val="accent5">
                <a:hueOff val="554502"/>
                <a:satOff val="-11220"/>
                <a:lumOff val="34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kern="1200" dirty="0"/>
            <a:t>UNIT_045</a:t>
          </a:r>
          <a:endParaRPr lang="en-US" sz="1900" kern="1200" dirty="0"/>
        </a:p>
      </dsp:txBody>
      <dsp:txXfrm>
        <a:off x="1510640" y="799478"/>
        <a:ext cx="1642876" cy="334771"/>
      </dsp:txXfrm>
    </dsp:sp>
    <dsp:sp modelId="{DD5A24E8-4E12-B941-9A13-9E72C43F5E90}">
      <dsp:nvSpPr>
        <dsp:cNvPr id="0" name=""/>
        <dsp:cNvSpPr/>
      </dsp:nvSpPr>
      <dsp:spPr>
        <a:xfrm>
          <a:off x="1492530" y="1170910"/>
          <a:ext cx="1679096" cy="370991"/>
        </a:xfrm>
        <a:prstGeom prst="roundRect">
          <a:avLst/>
        </a:prstGeom>
        <a:gradFill rotWithShape="0">
          <a:gsLst>
            <a:gs pos="0">
              <a:schemeClr val="accent5">
                <a:hueOff val="831752"/>
                <a:satOff val="-16830"/>
                <a:lumOff val="523"/>
                <a:alphaOff val="0"/>
                <a:tint val="96000"/>
                <a:lumMod val="100000"/>
              </a:schemeClr>
            </a:gs>
            <a:gs pos="78000">
              <a:schemeClr val="accent5">
                <a:hueOff val="831752"/>
                <a:satOff val="-16830"/>
                <a:lumOff val="52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kern="1200"/>
            <a:t>UNIT_098</a:t>
          </a:r>
          <a:endParaRPr lang="en-US" sz="1900" kern="1200"/>
        </a:p>
      </dsp:txBody>
      <dsp:txXfrm>
        <a:off x="1510640" y="1189020"/>
        <a:ext cx="1642876" cy="334771"/>
      </dsp:txXfrm>
    </dsp:sp>
    <dsp:sp modelId="{CBC723A4-24E1-274A-9039-7E5C4178D73A}">
      <dsp:nvSpPr>
        <dsp:cNvPr id="0" name=""/>
        <dsp:cNvSpPr/>
      </dsp:nvSpPr>
      <dsp:spPr>
        <a:xfrm>
          <a:off x="1492530" y="1560451"/>
          <a:ext cx="1679096" cy="370991"/>
        </a:xfrm>
        <a:prstGeom prst="roundRect">
          <a:avLst/>
        </a:prstGeom>
        <a:gradFill rotWithShape="0">
          <a:gsLst>
            <a:gs pos="0">
              <a:schemeClr val="accent5">
                <a:hueOff val="1109003"/>
                <a:satOff val="-22440"/>
                <a:lumOff val="697"/>
                <a:alphaOff val="0"/>
                <a:tint val="96000"/>
                <a:lumMod val="100000"/>
              </a:schemeClr>
            </a:gs>
            <a:gs pos="78000">
              <a:schemeClr val="accent5">
                <a:hueOff val="1109003"/>
                <a:satOff val="-22440"/>
                <a:lumOff val="69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kern="1200"/>
            <a:t>UNIT_070</a:t>
          </a:r>
          <a:endParaRPr lang="en-US" sz="1900" kern="1200"/>
        </a:p>
      </dsp:txBody>
      <dsp:txXfrm>
        <a:off x="1510640" y="1578561"/>
        <a:ext cx="1642876" cy="334771"/>
      </dsp:txXfrm>
    </dsp:sp>
    <dsp:sp modelId="{0457F756-1B13-7D4C-BDC6-4F9EA12F69E2}">
      <dsp:nvSpPr>
        <dsp:cNvPr id="0" name=""/>
        <dsp:cNvSpPr/>
      </dsp:nvSpPr>
      <dsp:spPr>
        <a:xfrm>
          <a:off x="1492530" y="1949993"/>
          <a:ext cx="1679096" cy="370991"/>
        </a:xfrm>
        <a:prstGeom prst="roundRect">
          <a:avLst/>
        </a:prstGeom>
        <a:gradFill rotWithShape="0">
          <a:gsLst>
            <a:gs pos="0">
              <a:schemeClr val="accent5">
                <a:hueOff val="1386254"/>
                <a:satOff val="-28049"/>
                <a:lumOff val="872"/>
                <a:alphaOff val="0"/>
                <a:tint val="96000"/>
                <a:lumMod val="100000"/>
              </a:schemeClr>
            </a:gs>
            <a:gs pos="78000">
              <a:schemeClr val="accent5">
                <a:hueOff val="1386254"/>
                <a:satOff val="-28049"/>
                <a:lumOff val="87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kern="1200"/>
            <a:t>UNIT_051</a:t>
          </a:r>
          <a:endParaRPr lang="en-US" sz="1900" kern="1200"/>
        </a:p>
      </dsp:txBody>
      <dsp:txXfrm>
        <a:off x="1510640" y="1968103"/>
        <a:ext cx="1642876" cy="334771"/>
      </dsp:txXfrm>
    </dsp:sp>
    <dsp:sp modelId="{74889B60-7C69-F94B-9C9C-71F8805EFAC1}">
      <dsp:nvSpPr>
        <dsp:cNvPr id="0" name=""/>
        <dsp:cNvSpPr/>
      </dsp:nvSpPr>
      <dsp:spPr>
        <a:xfrm>
          <a:off x="1492530" y="2339534"/>
          <a:ext cx="1679096" cy="370991"/>
        </a:xfrm>
        <a:prstGeom prst="roundRect">
          <a:avLst/>
        </a:prstGeom>
        <a:gradFill rotWithShape="0">
          <a:gsLst>
            <a:gs pos="0">
              <a:schemeClr val="accent5">
                <a:hueOff val="1663505"/>
                <a:satOff val="-33659"/>
                <a:lumOff val="1046"/>
                <a:alphaOff val="0"/>
                <a:tint val="96000"/>
                <a:lumMod val="100000"/>
              </a:schemeClr>
            </a:gs>
            <a:gs pos="78000">
              <a:schemeClr val="accent5">
                <a:hueOff val="1663505"/>
                <a:satOff val="-33659"/>
                <a:lumOff val="1046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kern="1200"/>
            <a:t>UNIT_090</a:t>
          </a:r>
          <a:endParaRPr lang="en-US" sz="1900" kern="1200"/>
        </a:p>
      </dsp:txBody>
      <dsp:txXfrm>
        <a:off x="1510640" y="2357644"/>
        <a:ext cx="1642876" cy="334771"/>
      </dsp:txXfrm>
    </dsp:sp>
    <dsp:sp modelId="{8B1C90CA-6F1D-CC4C-A9AB-A3ACA0D18ECC}">
      <dsp:nvSpPr>
        <dsp:cNvPr id="0" name=""/>
        <dsp:cNvSpPr/>
      </dsp:nvSpPr>
      <dsp:spPr>
        <a:xfrm>
          <a:off x="1492530" y="2729076"/>
          <a:ext cx="1679096" cy="370991"/>
        </a:xfrm>
        <a:prstGeom prst="roundRect">
          <a:avLst/>
        </a:prstGeom>
        <a:gradFill rotWithShape="0">
          <a:gsLst>
            <a:gs pos="0">
              <a:schemeClr val="accent5">
                <a:hueOff val="1940755"/>
                <a:satOff val="-39269"/>
                <a:lumOff val="1220"/>
                <a:alphaOff val="0"/>
                <a:tint val="96000"/>
                <a:lumMod val="100000"/>
              </a:schemeClr>
            </a:gs>
            <a:gs pos="78000">
              <a:schemeClr val="accent5">
                <a:hueOff val="1940755"/>
                <a:satOff val="-39269"/>
                <a:lumOff val="122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kern="1200"/>
            <a:t>UNIT_017</a:t>
          </a:r>
          <a:endParaRPr lang="en-US" sz="1900" kern="1200"/>
        </a:p>
      </dsp:txBody>
      <dsp:txXfrm>
        <a:off x="1510640" y="2747186"/>
        <a:ext cx="1642876" cy="334771"/>
      </dsp:txXfrm>
    </dsp:sp>
    <dsp:sp modelId="{2915C420-B99C-584B-9D9F-D46E8392A31C}">
      <dsp:nvSpPr>
        <dsp:cNvPr id="0" name=""/>
        <dsp:cNvSpPr/>
      </dsp:nvSpPr>
      <dsp:spPr>
        <a:xfrm>
          <a:off x="1492530" y="3118617"/>
          <a:ext cx="1679096" cy="370991"/>
        </a:xfrm>
        <a:prstGeom prst="roundRect">
          <a:avLst/>
        </a:prstGeom>
        <a:gradFill rotWithShape="0">
          <a:gsLst>
            <a:gs pos="0">
              <a:schemeClr val="accent5">
                <a:hueOff val="2218006"/>
                <a:satOff val="-44879"/>
                <a:lumOff val="1395"/>
                <a:alphaOff val="0"/>
                <a:tint val="96000"/>
                <a:lumMod val="100000"/>
              </a:schemeClr>
            </a:gs>
            <a:gs pos="78000">
              <a:schemeClr val="accent5">
                <a:hueOff val="2218006"/>
                <a:satOff val="-44879"/>
                <a:lumOff val="139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kern="1200"/>
            <a:t>UNIT_032</a:t>
          </a:r>
          <a:endParaRPr lang="en-US" sz="1900" kern="1200"/>
        </a:p>
      </dsp:txBody>
      <dsp:txXfrm>
        <a:off x="1510640" y="3136727"/>
        <a:ext cx="1642876" cy="334771"/>
      </dsp:txXfrm>
    </dsp:sp>
    <dsp:sp modelId="{F7800262-C01C-C24E-A5C2-A90F78E12CC0}">
      <dsp:nvSpPr>
        <dsp:cNvPr id="0" name=""/>
        <dsp:cNvSpPr/>
      </dsp:nvSpPr>
      <dsp:spPr>
        <a:xfrm>
          <a:off x="1492530" y="3508159"/>
          <a:ext cx="1679096" cy="370991"/>
        </a:xfrm>
        <a:prstGeom prst="roundRect">
          <a:avLst/>
        </a:prstGeom>
        <a:gradFill rotWithShape="0">
          <a:gsLst>
            <a:gs pos="0">
              <a:schemeClr val="accent5">
                <a:hueOff val="2495257"/>
                <a:satOff val="-50489"/>
                <a:lumOff val="1569"/>
                <a:alphaOff val="0"/>
                <a:tint val="96000"/>
                <a:lumMod val="100000"/>
              </a:schemeClr>
            </a:gs>
            <a:gs pos="78000">
              <a:schemeClr val="accent5">
                <a:hueOff val="2495257"/>
                <a:satOff val="-50489"/>
                <a:lumOff val="1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900" kern="1200"/>
            <a:t>UNIT_103</a:t>
          </a:r>
          <a:r>
            <a:rPr lang="en-US" sz="1900" kern="1200"/>
            <a:t> </a:t>
          </a:r>
        </a:p>
      </dsp:txBody>
      <dsp:txXfrm>
        <a:off x="1510640" y="3526269"/>
        <a:ext cx="1642876" cy="33477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C92E32-EED3-4D41-99F3-E1FA16408E36}">
      <dsp:nvSpPr>
        <dsp:cNvPr id="0" name=""/>
        <dsp:cNvSpPr/>
      </dsp:nvSpPr>
      <dsp:spPr>
        <a:xfrm rot="10800000">
          <a:off x="1564878" y="348"/>
          <a:ext cx="5141975" cy="1078877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5755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200" kern="1200"/>
            <a:t>AI can transform Non-Financial Risk management in banking.</a:t>
          </a:r>
          <a:endParaRPr lang="en-US" sz="2200" kern="1200" dirty="0"/>
        </a:p>
      </dsp:txBody>
      <dsp:txXfrm rot="10800000">
        <a:off x="1834597" y="348"/>
        <a:ext cx="4872256" cy="1078877"/>
      </dsp:txXfrm>
    </dsp:sp>
    <dsp:sp modelId="{3C915724-1C38-BF44-9ED9-C8B3E1BE01CB}">
      <dsp:nvSpPr>
        <dsp:cNvPr id="0" name=""/>
        <dsp:cNvSpPr/>
      </dsp:nvSpPr>
      <dsp:spPr>
        <a:xfrm>
          <a:off x="1025439" y="348"/>
          <a:ext cx="1078877" cy="107887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7B3D33-A62A-6040-B882-9ACC48C1221E}">
      <dsp:nvSpPr>
        <dsp:cNvPr id="0" name=""/>
        <dsp:cNvSpPr/>
      </dsp:nvSpPr>
      <dsp:spPr>
        <a:xfrm rot="10800000">
          <a:off x="1564878" y="1401279"/>
          <a:ext cx="5141975" cy="1078877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5755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200" kern="1200" dirty="0"/>
            <a:t>Proactive, explainable models help predict events and avoid </a:t>
          </a:r>
          <a:r>
            <a:rPr lang="en-PH" sz="2200" kern="1200"/>
            <a:t>/ minimize losses.</a:t>
          </a:r>
          <a:endParaRPr lang="en-PH" sz="2200" kern="1200" dirty="0"/>
        </a:p>
      </dsp:txBody>
      <dsp:txXfrm rot="10800000">
        <a:off x="1834597" y="1401279"/>
        <a:ext cx="4872256" cy="1078877"/>
      </dsp:txXfrm>
    </dsp:sp>
    <dsp:sp modelId="{FD6B89EA-93EA-1649-92D6-EC75E38A315A}">
      <dsp:nvSpPr>
        <dsp:cNvPr id="0" name=""/>
        <dsp:cNvSpPr/>
      </dsp:nvSpPr>
      <dsp:spPr>
        <a:xfrm>
          <a:off x="1025439" y="1401279"/>
          <a:ext cx="1078877" cy="107887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2B1197-0BC9-214D-8F27-4DBE69F227F3}">
      <dsp:nvSpPr>
        <dsp:cNvPr id="0" name=""/>
        <dsp:cNvSpPr/>
      </dsp:nvSpPr>
      <dsp:spPr>
        <a:xfrm rot="10800000">
          <a:off x="1564878" y="2802210"/>
          <a:ext cx="5141975" cy="1078877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5755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200" kern="1200"/>
            <a:t>Ongoing improvement and ethical oversight are essential for success.</a:t>
          </a:r>
          <a:endParaRPr lang="en-PH" sz="2200" kern="1200" dirty="0"/>
        </a:p>
      </dsp:txBody>
      <dsp:txXfrm rot="10800000">
        <a:off x="1834597" y="2802210"/>
        <a:ext cx="4872256" cy="1078877"/>
      </dsp:txXfrm>
    </dsp:sp>
    <dsp:sp modelId="{8F7CAB1D-5776-334E-BF40-6C1F0345AF00}">
      <dsp:nvSpPr>
        <dsp:cNvPr id="0" name=""/>
        <dsp:cNvSpPr/>
      </dsp:nvSpPr>
      <dsp:spPr>
        <a:xfrm>
          <a:off x="1025439" y="2802210"/>
          <a:ext cx="1078877" cy="1078877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73E267-6620-1243-889C-8157912DC6A9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8A3A6-CCA3-0C49-BCEB-FC60FC517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9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6E9AB-F031-8149-BA3A-6527DD6626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48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FD4D6-0A2B-E47B-76F0-226742BC9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91692-6315-1146-CE33-7AE1ADA8F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C8190-9B7C-ECD0-BBD0-35D63B404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E4D0E-67E1-3F69-0133-ED384241D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8A3A6-CCA3-0C49-BCEB-FC60FC517D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53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1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15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9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98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95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6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85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11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27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7181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46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6216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68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31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9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658E5-CE87-D74E-959F-EAAC8F38C9F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B6A11A2-895D-8345-8300-555E5A9A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847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diagramLayout" Target="../diagrams/layout5.xml"/><Relationship Id="rId7" Type="http://schemas.openxmlformats.org/officeDocument/2006/relationships/image" Target="../media/image1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1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B140-5F4C-7EBE-7A92-42E2D90409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AI-Driven Non-Financial Risk Prediction and Control Effectiveness System for Banking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1F6DC-F380-8137-7607-63836293A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259380"/>
            <a:ext cx="7766936" cy="1096899"/>
          </a:xfrm>
        </p:spPr>
        <p:txBody>
          <a:bodyPr>
            <a:normAutofit fontScale="85000" lnSpcReduction="10000"/>
          </a:bodyPr>
          <a:lstStyle/>
          <a:p>
            <a:r>
              <a:rPr lang="en-PH" dirty="0"/>
              <a:t>Capstone Project – Post Graduate Diploma in Artificial Intelligence &amp; Machine Learning </a:t>
            </a:r>
          </a:p>
          <a:p>
            <a:r>
              <a:rPr lang="en-PH" dirty="0"/>
              <a:t>Submitted by: GAT </a:t>
            </a:r>
          </a:p>
          <a:p>
            <a:r>
              <a:rPr lang="en-PH" dirty="0"/>
              <a:t>School: Asian Institute of Management (AIM) – Emeritus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03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DD87-3631-2A3C-0BA8-5C590D678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How AI / ML is Reshaping Risk Management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9C1E4-BF8A-E15A-F749-58FF3E9130B0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21208" y="2284075"/>
            <a:ext cx="7065028" cy="3767328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lang="en-PH" dirty="0">
                <a:solidFill>
                  <a:schemeClr val="tx1"/>
                </a:solidFill>
              </a:rPr>
              <a:t>Machine Learning in Risk Detection and Prediction</a:t>
            </a:r>
          </a:p>
          <a:p>
            <a:pPr marL="742950" lvl="2" indent="-342900">
              <a:defRPr sz="1800">
                <a:solidFill>
                  <a:srgbClr val="000000"/>
                </a:solidFill>
              </a:defRPr>
            </a:pPr>
            <a:r>
              <a:rPr lang="en-PH" sz="1800" dirty="0">
                <a:solidFill>
                  <a:schemeClr val="tx1"/>
                </a:solidFill>
              </a:rPr>
              <a:t>Machine learning algorithms analyze vast data to predict events and identify complex risk patterns automatically and efficiently.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PH" dirty="0">
                <a:solidFill>
                  <a:schemeClr val="tx1"/>
                </a:solidFill>
              </a:rPr>
              <a:t>Recommender Systems</a:t>
            </a:r>
          </a:p>
          <a:p>
            <a:pPr marL="742950" lvl="2" indent="-342900">
              <a:defRPr sz="1800">
                <a:solidFill>
                  <a:srgbClr val="000000"/>
                </a:solidFill>
              </a:defRPr>
            </a:pPr>
            <a:r>
              <a:rPr lang="en-PH" sz="1800" dirty="0">
                <a:solidFill>
                  <a:schemeClr val="tx1"/>
                </a:solidFill>
              </a:rPr>
              <a:t>Recommend which business units, processes, or products should be reviewed first based on similarity to high-risk profiles.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PH" dirty="0">
                <a:solidFill>
                  <a:schemeClr val="tx1"/>
                </a:solidFill>
              </a:rPr>
              <a:t>Natural Language Processing</a:t>
            </a:r>
          </a:p>
          <a:p>
            <a:pPr marL="742950" lvl="2" indent="-342900">
              <a:defRPr sz="1800">
                <a:solidFill>
                  <a:srgbClr val="000000"/>
                </a:solidFill>
              </a:defRPr>
            </a:pPr>
            <a:r>
              <a:rPr lang="en-PH" sz="1800" dirty="0">
                <a:solidFill>
                  <a:schemeClr val="tx1"/>
                </a:solidFill>
              </a:rPr>
              <a:t>Interpret unstructured text data, uncovering hidden threats or messages missed by traditional methods such as incident narratives, regulatory messages, audit findings.</a:t>
            </a:r>
          </a:p>
        </p:txBody>
      </p:sp>
      <p:pic>
        <p:nvPicPr>
          <p:cNvPr id="5" name="Content Placeholder 4" descr="Global communication network concept">
            <a:extLst>
              <a:ext uri="{FF2B5EF4-FFF2-40B4-BE49-F238E27FC236}">
                <a16:creationId xmlns:a16="http://schemas.microsoft.com/office/drawing/2014/main" id="{1F460D2C-6B19-449C-B90B-ADB271C6AD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5680" r="35052" b="1"/>
          <a:stretch>
            <a:fillRect/>
          </a:stretch>
        </p:blipFill>
        <p:spPr>
          <a:xfrm>
            <a:off x="7586236" y="508090"/>
            <a:ext cx="4081805" cy="584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2079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8F118-F7E5-3604-6021-A90AFD3C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FE42-F362-FE76-B3BD-0A08CA504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Our Challenge in Banking</a:t>
            </a:r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914BDA7D-1529-4EBD-C8DB-D364785560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310106"/>
              </p:ext>
            </p:extLst>
          </p:nvPr>
        </p:nvGraphicFramePr>
        <p:xfrm>
          <a:off x="677863" y="2160588"/>
          <a:ext cx="4599990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69F7E4AD-CCBA-8023-7FB2-43BAB2A626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7660116"/>
              </p:ext>
            </p:extLst>
          </p:nvPr>
        </p:nvGraphicFramePr>
        <p:xfrm>
          <a:off x="6861713" y="2160587"/>
          <a:ext cx="4599990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A944D3-C14B-1554-3D14-819AED052734}"/>
              </a:ext>
            </a:extLst>
          </p:cNvPr>
          <p:cNvSpPr txBox="1"/>
          <p:nvPr/>
        </p:nvSpPr>
        <p:spPr>
          <a:xfrm>
            <a:off x="677334" y="1561068"/>
            <a:ext cx="1717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The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4FBEE-F314-11A9-B017-E1C881FBBF09}"/>
              </a:ext>
            </a:extLst>
          </p:cNvPr>
          <p:cNvSpPr txBox="1"/>
          <p:nvPr/>
        </p:nvSpPr>
        <p:spPr>
          <a:xfrm>
            <a:off x="6861713" y="1561068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AI-Driven Solution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67341B1F-8EDD-9CEC-34FE-FAFE57E33F5D}"/>
              </a:ext>
            </a:extLst>
          </p:cNvPr>
          <p:cNvSpPr/>
          <p:nvPr/>
        </p:nvSpPr>
        <p:spPr>
          <a:xfrm>
            <a:off x="5524351" y="3620042"/>
            <a:ext cx="1090863" cy="962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23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6733" y="609600"/>
            <a:ext cx="4601877" cy="1320800"/>
          </a:xfrm>
        </p:spPr>
        <p:txBody>
          <a:bodyPr>
            <a:normAutofit/>
          </a:bodyPr>
          <a:lstStyle/>
          <a:p>
            <a:r>
              <a:rPr dirty="0"/>
              <a:t>Data </a:t>
            </a:r>
            <a:r>
              <a:rPr lang="en-US" dirty="0"/>
              <a:t>and</a:t>
            </a:r>
            <a:r>
              <a:rPr dirty="0"/>
              <a:t> Approach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5394960" y="1785381"/>
            <a:ext cx="4064439" cy="3880773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Synthetic dataset simulating real banking risk data (10,000 records, 120 business units, 2 years).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Data included operational, control, HR, IT, and external risk indicators.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Focused on predicting risk event occurrence and potential financial loss.</a:t>
            </a:r>
          </a:p>
        </p:txBody>
      </p:sp>
      <p:pic>
        <p:nvPicPr>
          <p:cNvPr id="16" name="Picture 15" descr="Financial graphs on a dark display">
            <a:extLst>
              <a:ext uri="{FF2B5EF4-FFF2-40B4-BE49-F238E27FC236}">
                <a16:creationId xmlns:a16="http://schemas.microsoft.com/office/drawing/2014/main" id="{17AD9BE5-8AC3-D26C-4C6C-2DBAE1032F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13" r="28321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13CA7-4759-FAE7-20C8-19BE37A0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Apply AI / ML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25ED2E-C29E-8ADA-D492-A882BB919E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162699"/>
              </p:ext>
            </p:extLst>
          </p:nvPr>
        </p:nvGraphicFramePr>
        <p:xfrm>
          <a:off x="677863" y="1443789"/>
          <a:ext cx="10984748" cy="5117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AE9D84-77EC-F0C6-DE7A-1D74C24F2FBF}"/>
              </a:ext>
            </a:extLst>
          </p:cNvPr>
          <p:cNvSpPr txBox="1"/>
          <p:nvPr/>
        </p:nvSpPr>
        <p:spPr>
          <a:xfrm>
            <a:off x="51692" y="6561220"/>
            <a:ext cx="24238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*EDA – 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04558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D16F1A-5D78-4402-81FF-31A98AF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9E8BB-1841-6BD7-E101-9704651A4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Addressing Model Limitations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1B2FB7F0-6A45-43E8-88A7-48E46E6D4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6BA9C607-662B-4FBB-A3F3-CF593AD73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0F214E6-70DC-3656-ED0E-2FD5F2D4AF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9693354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3102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304E3-CB59-F6AD-DC78-8CD8C0007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3" y="609600"/>
            <a:ext cx="5564403" cy="1320800"/>
          </a:xfrm>
        </p:spPr>
        <p:txBody>
          <a:bodyPr>
            <a:normAutofit/>
          </a:bodyPr>
          <a:lstStyle/>
          <a:p>
            <a:r>
              <a:rPr lang="en-PH" dirty="0"/>
              <a:t>Responsible &amp; Ethical AI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C88DBC-5BD6-B7A3-B128-53733B0B8C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9563" y="2160589"/>
            <a:ext cx="6051995" cy="43364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/>
              <a:t>Current Scope:</a:t>
            </a:r>
            <a:r>
              <a:rPr lang="en-US" altLang="en-US" dirty="0"/>
              <a:t> Synthetic data contains no direct sensitive attributes, so demographic bias testing is not applicable.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/>
              <a:t>Potential Bias Risks:</a:t>
            </a:r>
            <a:r>
              <a:rPr lang="en-US" altLang="en-US" dirty="0"/>
              <a:t> Business units, HR indicators, historical patterns, and incident narratives may act as indirect proxies in real-world data.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/>
              <a:t>Fairness Governance:</a:t>
            </a:r>
            <a:r>
              <a:rPr lang="en-US" altLang="en-US" dirty="0"/>
              <a:t> Monitor prediction parity, error rates, and threshold impacts across identified proxy groups.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/>
              <a:t>Mitigation Controls:</a:t>
            </a:r>
            <a:r>
              <a:rPr lang="en-US" altLang="en-US" dirty="0"/>
              <a:t> Apply debiasing techniques, fairness-aware validation, careful feature design, and ongoing monitoring.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/>
              <a:t>Risk Committee Assurance:</a:t>
            </a:r>
            <a:r>
              <a:rPr lang="en-US" altLang="en-US" dirty="0"/>
              <a:t> The model framework is designed to support fair, explainable, and regulator-ready deployment.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1300" dirty="0">
              <a:latin typeface="Arial" panose="020B0604020202020204" pitchFamily="34" charset="0"/>
            </a:endParaRPr>
          </a:p>
        </p:txBody>
      </p:sp>
      <p:pic>
        <p:nvPicPr>
          <p:cNvPr id="7" name="Picture 6" descr="Digital financial graphs in 3D">
            <a:extLst>
              <a:ext uri="{FF2B5EF4-FFF2-40B4-BE49-F238E27FC236}">
                <a16:creationId xmlns:a16="http://schemas.microsoft.com/office/drawing/2014/main" id="{ABC4F439-6ED0-554C-3422-1A1A28D86B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24" r="4411" b="-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811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B1C12-FE91-C688-62CA-C5ECC5948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Business Impact and Results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20ACBEF-AB27-AA91-1C94-F27DC36643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424151"/>
              </p:ext>
            </p:extLst>
          </p:nvPr>
        </p:nvGraphicFramePr>
        <p:xfrm>
          <a:off x="-220699" y="2366963"/>
          <a:ext cx="4664157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76E047-2B29-AE2C-BCA0-82E09010C584}"/>
              </a:ext>
            </a:extLst>
          </p:cNvPr>
          <p:cNvSpPr txBox="1"/>
          <p:nvPr/>
        </p:nvSpPr>
        <p:spPr>
          <a:xfrm>
            <a:off x="677334" y="1748571"/>
            <a:ext cx="2868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Priority Business Units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B1C40C-F6B4-470F-9E9B-0E96B88C2CE9}"/>
              </a:ext>
            </a:extLst>
          </p:cNvPr>
          <p:cNvSpPr txBox="1"/>
          <p:nvPr/>
        </p:nvSpPr>
        <p:spPr>
          <a:xfrm>
            <a:off x="4654054" y="2366962"/>
            <a:ext cx="37281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AI-Driven NFR Prediction Model forecasted that </a:t>
            </a:r>
            <a:r>
              <a:rPr lang="en-PH" dirty="0"/>
              <a:t>NFR events will occur in the next 30 days.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are the top 10 business units that should be prioritized because of highest predicted probability.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on proactive measures, mitigation strategies, and effective control design and implementation.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75C8B-37CA-521F-3A4B-33CB51062AAC}"/>
              </a:ext>
            </a:extLst>
          </p:cNvPr>
          <p:cNvSpPr txBox="1"/>
          <p:nvPr/>
        </p:nvSpPr>
        <p:spPr>
          <a:xfrm>
            <a:off x="9180215" y="1748571"/>
            <a:ext cx="2866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Potential Loss Avoided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10DA93-81BE-981F-4CB4-B27BEA76C6F8}"/>
              </a:ext>
            </a:extLst>
          </p:cNvPr>
          <p:cNvCxnSpPr/>
          <p:nvPr/>
        </p:nvCxnSpPr>
        <p:spPr>
          <a:xfrm>
            <a:off x="4251158" y="1748571"/>
            <a:ext cx="0" cy="4892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 descr="Play with solid fill">
            <a:extLst>
              <a:ext uri="{FF2B5EF4-FFF2-40B4-BE49-F238E27FC236}">
                <a16:creationId xmlns:a16="http://schemas.microsoft.com/office/drawing/2014/main" id="{31D2E359-5B97-233D-CC3A-4AB0CE3125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3958" y="3200400"/>
            <a:ext cx="914400" cy="9144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12BE27A-F423-CA33-DD41-735659C0C02F}"/>
              </a:ext>
            </a:extLst>
          </p:cNvPr>
          <p:cNvCxnSpPr/>
          <p:nvPr/>
        </p:nvCxnSpPr>
        <p:spPr>
          <a:xfrm>
            <a:off x="8574505" y="1748571"/>
            <a:ext cx="0" cy="4892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 descr="Play with solid fill">
            <a:extLst>
              <a:ext uri="{FF2B5EF4-FFF2-40B4-BE49-F238E27FC236}">
                <a16:creationId xmlns:a16="http://schemas.microsoft.com/office/drawing/2014/main" id="{4AE7B39D-59C6-1C31-8E43-1F164010F4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65815" y="3200400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23E6C0A-86ED-1E9A-6C50-8B4D56336024}"/>
              </a:ext>
            </a:extLst>
          </p:cNvPr>
          <p:cNvSpPr txBox="1"/>
          <p:nvPr/>
        </p:nvSpPr>
        <p:spPr>
          <a:xfrm>
            <a:off x="9627260" y="3272879"/>
            <a:ext cx="1972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$7.6 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D949DE-8985-5210-E9E7-2FA0F5F7D0F3}"/>
              </a:ext>
            </a:extLst>
          </p:cNvPr>
          <p:cNvSpPr txBox="1"/>
          <p:nvPr/>
        </p:nvSpPr>
        <p:spPr>
          <a:xfrm>
            <a:off x="9180215" y="4195001"/>
            <a:ext cx="28661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/>
              <a:t>This figure represents the projected financial loss should risk events materialize within the top 10 prioritized business units.</a:t>
            </a:r>
          </a:p>
        </p:txBody>
      </p:sp>
    </p:spTree>
    <p:extLst>
      <p:ext uri="{BB962C8B-B14F-4D97-AF65-F5344CB8AC3E}">
        <p14:creationId xmlns:p14="http://schemas.microsoft.com/office/powerpoint/2010/main" val="2229610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PH">
                <a:solidFill>
                  <a:schemeClr val="bg1"/>
                </a:solidFill>
              </a:rP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endParaRPr lang="en-PH" dirty="0">
              <a:solidFill>
                <a:schemeClr val="bg1"/>
              </a:solidFill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PH" dirty="0">
                <a:solidFill>
                  <a:schemeClr val="bg1"/>
                </a:solidFill>
              </a:rPr>
              <a:t>Develop dynamic, adaptive risk thresholds.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PH" dirty="0">
                <a:solidFill>
                  <a:schemeClr val="bg1"/>
                </a:solidFill>
              </a:rPr>
              <a:t>Continue monitoring and refining features and evaluation metrics for greater business value.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PH" dirty="0">
                <a:solidFill>
                  <a:schemeClr val="bg1"/>
                </a:solidFill>
              </a:rPr>
              <a:t>Integrate more unstructured data (incident narratives, audit findings, regulatory messages) to check for hidden patterns</a:t>
            </a:r>
          </a:p>
        </p:txBody>
      </p:sp>
      <p:pic>
        <p:nvPicPr>
          <p:cNvPr id="5" name="Picture 4" descr="White arrows going to the red target">
            <a:extLst>
              <a:ext uri="{FF2B5EF4-FFF2-40B4-BE49-F238E27FC236}">
                <a16:creationId xmlns:a16="http://schemas.microsoft.com/office/drawing/2014/main" id="{991D56FD-9F6B-26CC-3C00-A2BCEC3253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02" r="5987" b="-2"/>
          <a:stretch>
            <a:fillRect/>
          </a:stretch>
        </p:blipFill>
        <p:spPr>
          <a:xfrm>
            <a:off x="6740313" y="972608"/>
            <a:ext cx="3854875" cy="4900269"/>
          </a:xfrm>
          <a:prstGeom prst="rect">
            <a:avLst/>
          </a:pr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6F238D-8617-CA23-3F49-0ED35F4071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0990088"/>
              </p:ext>
            </p:extLst>
          </p:nvPr>
        </p:nvGraphicFramePr>
        <p:xfrm>
          <a:off x="4122822" y="1784717"/>
          <a:ext cx="773229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Domino effect white cutouts and one blue cutout">
            <a:extLst>
              <a:ext uri="{FF2B5EF4-FFF2-40B4-BE49-F238E27FC236}">
                <a16:creationId xmlns:a16="http://schemas.microsoft.com/office/drawing/2014/main" id="{6D6D46BC-ACB0-F3B8-4916-34D845B5F93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1922" r="5567" b="-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PH">
                <a:solidFill>
                  <a:schemeClr val="tx1">
                    <a:lumMod val="85000"/>
                    <a:lumOff val="15000"/>
                  </a:schemeClr>
                </a:solidFill>
              </a:rPr>
              <a:t>Thank You /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294</TotalTime>
  <Words>780</Words>
  <Application>Microsoft Macintosh PowerPoint</Application>
  <PresentationFormat>Widescreen</PresentationFormat>
  <Paragraphs>97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Trebuchet MS</vt:lpstr>
      <vt:lpstr>Wingdings 3</vt:lpstr>
      <vt:lpstr>Facet</vt:lpstr>
      <vt:lpstr>AI-Driven Non-Financial Risk Prediction and Control Effectiveness System for Banking</vt:lpstr>
      <vt:lpstr>How AI / ML is Reshaping Risk Management</vt:lpstr>
      <vt:lpstr>Our Challenge in Banking</vt:lpstr>
      <vt:lpstr>Data and Approach</vt:lpstr>
      <vt:lpstr>How We Apply AI / ML</vt:lpstr>
      <vt:lpstr>Addressing Model Limitations</vt:lpstr>
      <vt:lpstr>Responsible &amp; Ethical AI</vt:lpstr>
      <vt:lpstr>Business Impact and Results</vt:lpstr>
      <vt:lpstr>Future Directions</vt:lpstr>
      <vt:lpstr>Conclusion</vt:lpstr>
      <vt:lpstr>Thank You /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Jeia Tirante</dc:creator>
  <cp:lastModifiedBy>Jeia Tirante</cp:lastModifiedBy>
  <cp:revision>1</cp:revision>
  <dcterms:created xsi:type="dcterms:W3CDTF">2025-12-29T03:06:11Z</dcterms:created>
  <dcterms:modified xsi:type="dcterms:W3CDTF">2025-12-29T11:51:02Z</dcterms:modified>
</cp:coreProperties>
</file>